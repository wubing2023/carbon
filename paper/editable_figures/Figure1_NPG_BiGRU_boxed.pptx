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72" r:id="rId2"/>
  </p:sldIdLst>
  <p:sldSz cx="14400213" cy="12471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48" userDrawn="1">
          <p15:clr>
            <a:srgbClr val="A4A3A4"/>
          </p15:clr>
        </p15:guide>
        <p15:guide id="2" pos="2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B7F"/>
    <a:srgbClr val="CBCBCB"/>
    <a:srgbClr val="4DBBD5"/>
    <a:srgbClr val="00A087"/>
    <a:srgbClr val="91D1C2"/>
    <a:srgbClr val="A78683"/>
    <a:srgbClr val="151515"/>
    <a:srgbClr val="3F3F3F"/>
    <a:srgbClr val="8491B4"/>
    <a:srgbClr val="E64B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4" autoAdjust="0"/>
    <p:restoredTop sz="93570" autoAdjust="0"/>
  </p:normalViewPr>
  <p:slideViewPr>
    <p:cSldViewPr snapToGrid="0">
      <p:cViewPr>
        <p:scale>
          <a:sx n="88" d="100"/>
          <a:sy n="88" d="100"/>
        </p:scale>
        <p:origin x="53" y="-720"/>
      </p:cViewPr>
      <p:guideLst>
        <p:guide orient="horz" pos="5148"/>
        <p:guide pos="2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5EE08-0CA5-4BC5-8C8D-43049C374846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958975" y="1143000"/>
            <a:ext cx="294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A3563-B4D0-418D-95AE-4BCECBCF8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032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6B1B5-C2E2-6785-1A77-97BED239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86374D-A17C-47C6-6B9E-2CA208163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5F59B1-C713-C046-79F4-3E3099A91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8BCCC7-B3C8-B33C-DA5F-FD19EBEF3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A3563-B4D0-418D-95AE-4BCECBCF8EF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62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474654"/>
            <a:ext cx="12240181" cy="526432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941994"/>
            <a:ext cx="10800160" cy="3650725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8028F-63B3-4B13-AF54-25B3D7C034D1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C20-4981-4BB5-B335-97CAE72A3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409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8028F-63B3-4B13-AF54-25B3D7C034D1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C20-4981-4BB5-B335-97CAE72A3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60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769738"/>
            <a:ext cx="12420184" cy="6289889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10119132"/>
            <a:ext cx="12420184" cy="3307704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8028F-63B3-4B13-AF54-25B3D7C034D1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C20-4981-4BB5-B335-97CAE72A3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93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4025250"/>
            <a:ext cx="6120091" cy="95940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4025250"/>
            <a:ext cx="6120091" cy="95940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8028F-63B3-4B13-AF54-25B3D7C034D1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C20-4981-4BB5-B335-97CAE72A3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26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805053"/>
            <a:ext cx="12420184" cy="29226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706731"/>
            <a:ext cx="6091964" cy="1816612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523343"/>
            <a:ext cx="6091964" cy="81240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706731"/>
            <a:ext cx="6121966" cy="1816612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523343"/>
            <a:ext cx="6121966" cy="81240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8028F-63B3-4B13-AF54-25B3D7C034D1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C20-4981-4BB5-B335-97CAE72A3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424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8028F-63B3-4B13-AF54-25B3D7C034D1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C20-4981-4BB5-B335-97CAE72A3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468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8028F-63B3-4B13-AF54-25B3D7C034D1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C20-4981-4BB5-B335-97CAE72A3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789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008062"/>
            <a:ext cx="4644444" cy="3528219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177138"/>
            <a:ext cx="7290108" cy="10745667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536282"/>
            <a:ext cx="4644444" cy="8404022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8028F-63B3-4B13-AF54-25B3D7C034D1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C20-4981-4BB5-B335-97CAE72A3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93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008062"/>
            <a:ext cx="4644444" cy="3528219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177138"/>
            <a:ext cx="7290108" cy="10745667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536282"/>
            <a:ext cx="4644444" cy="8404022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8028F-63B3-4B13-AF54-25B3D7C034D1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C20-4981-4BB5-B335-97CAE72A3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713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8028F-63B3-4B13-AF54-25B3D7C034D1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C20-4981-4BB5-B335-97CAE72A3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167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805050"/>
            <a:ext cx="3105046" cy="1281429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805050"/>
            <a:ext cx="9135135" cy="1281429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8028F-63B3-4B13-AF54-25B3D7C034D1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15C20-4981-4BB5-B335-97CAE72A3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237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805053"/>
            <a:ext cx="12420184" cy="29226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4025250"/>
            <a:ext cx="12420184" cy="959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4014873"/>
            <a:ext cx="3240048" cy="805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8028F-63B3-4B13-AF54-25B3D7C034D1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4014873"/>
            <a:ext cx="4860072" cy="805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4014873"/>
            <a:ext cx="3240048" cy="805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15C20-4981-4BB5-B335-97CAE72A3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98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jpeg"/><Relationship Id="rId10" Type="http://schemas.openxmlformats.org/officeDocument/2006/relationships/image" Target="../media/image7.svg"/><Relationship Id="rId4" Type="http://schemas.microsoft.com/office/2007/relationships/hdphoto" Target="../media/hdphoto1.wdp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DFB23-9E60-41BC-C5DC-F5B339E9E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0" name="DensityProfile_Group">
            <a:extLst>
              <a:ext uri="{FF2B5EF4-FFF2-40B4-BE49-F238E27FC236}">
                <a16:creationId xmlns:a16="http://schemas.microsoft.com/office/drawing/2014/main" id="{8959217F-7C16-E539-E6ED-90F91657326B}"/>
              </a:ext>
            </a:extLst>
          </p:cNvPr>
          <p:cNvGrpSpPr/>
          <p:nvPr/>
        </p:nvGrpSpPr>
        <p:grpSpPr>
          <a:xfrm>
            <a:off x="12715336" y="1544154"/>
            <a:ext cx="1511918" cy="1352026"/>
            <a:chOff x="1016000" y="1016000"/>
            <a:chExt cx="3302001" cy="2286001"/>
          </a:xfrm>
        </p:grpSpPr>
        <p:sp>
          <p:nvSpPr>
            <p:cNvPr id="1331" name="DensityArea">
              <a:extLst>
                <a:ext uri="{FF2B5EF4-FFF2-40B4-BE49-F238E27FC236}">
                  <a16:creationId xmlns:a16="http://schemas.microsoft.com/office/drawing/2014/main" id="{074C9B4D-EDC2-B387-9310-D3458299BBCE}"/>
                </a:ext>
              </a:extLst>
            </p:cNvPr>
            <p:cNvSpPr/>
            <p:nvPr/>
          </p:nvSpPr>
          <p:spPr>
            <a:xfrm>
              <a:off x="1016000" y="1130300"/>
              <a:ext cx="3302001" cy="2171701"/>
            </a:xfrm>
            <a:custGeom>
              <a:avLst/>
              <a:gdLst/>
              <a:ahLst/>
              <a:cxnLst/>
              <a:rect l="0" t="0" r="0" b="0"/>
              <a:pathLst>
                <a:path w="3302001" h="2171701">
                  <a:moveTo>
                    <a:pt x="0" y="2171700"/>
                  </a:moveTo>
                  <a:lnTo>
                    <a:pt x="132080" y="2125980"/>
                  </a:lnTo>
                  <a:lnTo>
                    <a:pt x="264160" y="2057400"/>
                  </a:lnTo>
                  <a:lnTo>
                    <a:pt x="396240" y="2011680"/>
                  </a:lnTo>
                  <a:lnTo>
                    <a:pt x="528320" y="2034540"/>
                  </a:lnTo>
                  <a:lnTo>
                    <a:pt x="660400" y="1988820"/>
                  </a:lnTo>
                  <a:lnTo>
                    <a:pt x="792480" y="1805940"/>
                  </a:lnTo>
                  <a:lnTo>
                    <a:pt x="924560" y="1257300"/>
                  </a:lnTo>
                  <a:lnTo>
                    <a:pt x="1023620" y="800100"/>
                  </a:lnTo>
                  <a:lnTo>
                    <a:pt x="1122680" y="525780"/>
                  </a:lnTo>
                  <a:lnTo>
                    <a:pt x="1221740" y="388620"/>
                  </a:lnTo>
                  <a:lnTo>
                    <a:pt x="1320800" y="0"/>
                  </a:lnTo>
                  <a:lnTo>
                    <a:pt x="1419860" y="342900"/>
                  </a:lnTo>
                  <a:lnTo>
                    <a:pt x="1518920" y="1028700"/>
                  </a:lnTo>
                  <a:lnTo>
                    <a:pt x="1651000" y="1623060"/>
                  </a:lnTo>
                  <a:lnTo>
                    <a:pt x="1783080" y="1897380"/>
                  </a:lnTo>
                  <a:lnTo>
                    <a:pt x="1915160" y="1943100"/>
                  </a:lnTo>
                  <a:lnTo>
                    <a:pt x="2047240" y="1760220"/>
                  </a:lnTo>
                  <a:lnTo>
                    <a:pt x="2179320" y="1531620"/>
                  </a:lnTo>
                  <a:lnTo>
                    <a:pt x="2311400" y="1714500"/>
                  </a:lnTo>
                  <a:lnTo>
                    <a:pt x="2476500" y="1988820"/>
                  </a:lnTo>
                  <a:lnTo>
                    <a:pt x="2641600" y="2057400"/>
                  </a:lnTo>
                  <a:lnTo>
                    <a:pt x="2839720" y="1988820"/>
                  </a:lnTo>
                  <a:lnTo>
                    <a:pt x="3037840" y="2057400"/>
                  </a:lnTo>
                  <a:lnTo>
                    <a:pt x="3202940" y="2125980"/>
                  </a:lnTo>
                  <a:lnTo>
                    <a:pt x="3302000" y="2171700"/>
                  </a:lnTo>
                </a:path>
              </a:pathLst>
            </a:custGeom>
            <a:solidFill>
              <a:srgbClr val="F5B7AE">
                <a:alpha val="82000"/>
              </a:srgbClr>
            </a:solidFill>
            <a:ln w="34925">
              <a:solidFill>
                <a:srgbClr val="E64B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32" name="直接连接符 1331">
              <a:extLst>
                <a:ext uri="{FF2B5EF4-FFF2-40B4-BE49-F238E27FC236}">
                  <a16:creationId xmlns:a16="http://schemas.microsoft.com/office/drawing/2014/main" id="{822B4096-E51E-06D9-F7D1-3ACC70A5C248}"/>
                </a:ext>
              </a:extLst>
            </p:cNvPr>
            <p:cNvCxnSpPr/>
            <p:nvPr/>
          </p:nvCxnSpPr>
          <p:spPr>
            <a:xfrm>
              <a:off x="1016000" y="1016000"/>
              <a:ext cx="0" cy="2286000"/>
            </a:xfrm>
            <a:prstGeom prst="line">
              <a:avLst/>
            </a:prstGeom>
            <a:ln w="317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" name="直接连接符 1332">
              <a:extLst>
                <a:ext uri="{FF2B5EF4-FFF2-40B4-BE49-F238E27FC236}">
                  <a16:creationId xmlns:a16="http://schemas.microsoft.com/office/drawing/2014/main" id="{6CEF601F-8FA4-4662-39CC-72531DDAAA74}"/>
                </a:ext>
              </a:extLst>
            </p:cNvPr>
            <p:cNvCxnSpPr/>
            <p:nvPr/>
          </p:nvCxnSpPr>
          <p:spPr>
            <a:xfrm>
              <a:off x="1016000" y="3302000"/>
              <a:ext cx="3302000" cy="0"/>
            </a:xfrm>
            <a:prstGeom prst="line">
              <a:avLst/>
            </a:prstGeom>
            <a:ln w="317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E5900D7C-035C-C556-03E2-52CCA5F05F8E}"/>
              </a:ext>
            </a:extLst>
          </p:cNvPr>
          <p:cNvGrpSpPr/>
          <p:nvPr/>
        </p:nvGrpSpPr>
        <p:grpSpPr>
          <a:xfrm>
            <a:off x="3173622" y="2745623"/>
            <a:ext cx="1082295" cy="1080000"/>
            <a:chOff x="1524000" y="1524000"/>
            <a:chExt cx="2540000" cy="2540000"/>
          </a:xfrm>
        </p:grpSpPr>
        <p:sp>
          <p:nvSpPr>
            <p:cNvPr id="1144" name="矩形 1143">
              <a:extLst>
                <a:ext uri="{FF2B5EF4-FFF2-40B4-BE49-F238E27FC236}">
                  <a16:creationId xmlns:a16="http://schemas.microsoft.com/office/drawing/2014/main" id="{267B0CA2-C384-79C4-B90D-8B8FACEAF7A1}"/>
                </a:ext>
              </a:extLst>
            </p:cNvPr>
            <p:cNvSpPr/>
            <p:nvPr/>
          </p:nvSpPr>
          <p:spPr>
            <a:xfrm>
              <a:off x="1524000" y="1524000"/>
              <a:ext cx="508000" cy="508000"/>
            </a:xfrm>
            <a:prstGeom prst="rect">
              <a:avLst/>
            </a:prstGeom>
            <a:solidFill>
              <a:srgbClr val="9FABC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5" name="矩形 1144">
              <a:extLst>
                <a:ext uri="{FF2B5EF4-FFF2-40B4-BE49-F238E27FC236}">
                  <a16:creationId xmlns:a16="http://schemas.microsoft.com/office/drawing/2014/main" id="{943E9E6F-E47A-A391-712B-A167EE8C84A8}"/>
                </a:ext>
              </a:extLst>
            </p:cNvPr>
            <p:cNvSpPr/>
            <p:nvPr/>
          </p:nvSpPr>
          <p:spPr>
            <a:xfrm>
              <a:off x="2032000" y="1524000"/>
              <a:ext cx="508000" cy="508000"/>
            </a:xfrm>
            <a:prstGeom prst="rect">
              <a:avLst/>
            </a:prstGeom>
            <a:solidFill>
              <a:srgbClr val="E6E9F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6" name="矩形 1145">
              <a:extLst>
                <a:ext uri="{FF2B5EF4-FFF2-40B4-BE49-F238E27FC236}">
                  <a16:creationId xmlns:a16="http://schemas.microsoft.com/office/drawing/2014/main" id="{CAE67D17-75FE-E932-1D35-BF42980A58BA}"/>
                </a:ext>
              </a:extLst>
            </p:cNvPr>
            <p:cNvSpPr/>
            <p:nvPr/>
          </p:nvSpPr>
          <p:spPr>
            <a:xfrm>
              <a:off x="2540000" y="1524000"/>
              <a:ext cx="508000" cy="508000"/>
            </a:xfrm>
            <a:prstGeom prst="rect">
              <a:avLst/>
            </a:prstGeom>
            <a:solidFill>
              <a:srgbClr val="C4CCDB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7" name="矩形 1146">
              <a:extLst>
                <a:ext uri="{FF2B5EF4-FFF2-40B4-BE49-F238E27FC236}">
                  <a16:creationId xmlns:a16="http://schemas.microsoft.com/office/drawing/2014/main" id="{03D853A5-FE95-1659-FBFD-24FEA9BD8B0D}"/>
                </a:ext>
              </a:extLst>
            </p:cNvPr>
            <p:cNvSpPr/>
            <p:nvPr/>
          </p:nvSpPr>
          <p:spPr>
            <a:xfrm>
              <a:off x="3048000" y="1524000"/>
              <a:ext cx="508000" cy="508000"/>
            </a:xfrm>
            <a:prstGeom prst="rect">
              <a:avLst/>
            </a:prstGeom>
            <a:solidFill>
              <a:srgbClr val="7E8EB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8" name="矩形 1147">
              <a:extLst>
                <a:ext uri="{FF2B5EF4-FFF2-40B4-BE49-F238E27FC236}">
                  <a16:creationId xmlns:a16="http://schemas.microsoft.com/office/drawing/2014/main" id="{D21931F0-37AB-59CF-CD3A-F0F9C40F8483}"/>
                </a:ext>
              </a:extLst>
            </p:cNvPr>
            <p:cNvSpPr/>
            <p:nvPr/>
          </p:nvSpPr>
          <p:spPr>
            <a:xfrm>
              <a:off x="3556000" y="1524000"/>
              <a:ext cx="508000" cy="508000"/>
            </a:xfrm>
            <a:prstGeom prst="rect">
              <a:avLst/>
            </a:prstGeom>
            <a:solidFill>
              <a:srgbClr val="D4D9E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9" name="矩形 1148">
              <a:extLst>
                <a:ext uri="{FF2B5EF4-FFF2-40B4-BE49-F238E27FC236}">
                  <a16:creationId xmlns:a16="http://schemas.microsoft.com/office/drawing/2014/main" id="{0F449DD5-2240-A1A8-B704-C168AE940C6B}"/>
                </a:ext>
              </a:extLst>
            </p:cNvPr>
            <p:cNvSpPr/>
            <p:nvPr/>
          </p:nvSpPr>
          <p:spPr>
            <a:xfrm>
              <a:off x="1524000" y="2032000"/>
              <a:ext cx="508000" cy="508000"/>
            </a:xfrm>
            <a:prstGeom prst="rect">
              <a:avLst/>
            </a:prstGeom>
            <a:solidFill>
              <a:srgbClr val="E6E9F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0" name="矩形 1149">
              <a:extLst>
                <a:ext uri="{FF2B5EF4-FFF2-40B4-BE49-F238E27FC236}">
                  <a16:creationId xmlns:a16="http://schemas.microsoft.com/office/drawing/2014/main" id="{3E142F89-F7A3-4983-4749-31E875AC25BE}"/>
                </a:ext>
              </a:extLst>
            </p:cNvPr>
            <p:cNvSpPr/>
            <p:nvPr/>
          </p:nvSpPr>
          <p:spPr>
            <a:xfrm>
              <a:off x="2032000" y="2032000"/>
              <a:ext cx="508000" cy="508000"/>
            </a:xfrm>
            <a:prstGeom prst="rect">
              <a:avLst/>
            </a:prstGeom>
            <a:solidFill>
              <a:srgbClr val="C4CCDB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1" name="矩形 1150">
              <a:extLst>
                <a:ext uri="{FF2B5EF4-FFF2-40B4-BE49-F238E27FC236}">
                  <a16:creationId xmlns:a16="http://schemas.microsoft.com/office/drawing/2014/main" id="{1B5757FB-BCC6-4F6B-5B97-4AC7CE88F46A}"/>
                </a:ext>
              </a:extLst>
            </p:cNvPr>
            <p:cNvSpPr/>
            <p:nvPr/>
          </p:nvSpPr>
          <p:spPr>
            <a:xfrm>
              <a:off x="2540000" y="2032000"/>
              <a:ext cx="508000" cy="508000"/>
            </a:xfrm>
            <a:prstGeom prst="rect">
              <a:avLst/>
            </a:prstGeom>
            <a:solidFill>
              <a:srgbClr val="7E8EB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F10C35D0-E39E-8F28-4425-9A5BCAFC8323}"/>
                </a:ext>
              </a:extLst>
            </p:cNvPr>
            <p:cNvSpPr/>
            <p:nvPr/>
          </p:nvSpPr>
          <p:spPr>
            <a:xfrm>
              <a:off x="3048000" y="2032000"/>
              <a:ext cx="508000" cy="508000"/>
            </a:xfrm>
            <a:prstGeom prst="rect">
              <a:avLst/>
            </a:prstGeom>
            <a:solidFill>
              <a:srgbClr val="D4D9E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80BC7BDC-DC0D-2B98-E505-D4EE930AC2EA}"/>
                </a:ext>
              </a:extLst>
            </p:cNvPr>
            <p:cNvSpPr/>
            <p:nvPr/>
          </p:nvSpPr>
          <p:spPr>
            <a:xfrm>
              <a:off x="3556000" y="2032000"/>
              <a:ext cx="508000" cy="508000"/>
            </a:xfrm>
            <a:prstGeom prst="rect">
              <a:avLst/>
            </a:prstGeom>
            <a:solidFill>
              <a:srgbClr val="B3BCD1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508E1764-C9C2-D116-9A6F-B3EA1CC578B1}"/>
                </a:ext>
              </a:extLst>
            </p:cNvPr>
            <p:cNvSpPr/>
            <p:nvPr/>
          </p:nvSpPr>
          <p:spPr>
            <a:xfrm>
              <a:off x="1524000" y="2540000"/>
              <a:ext cx="508000" cy="508000"/>
            </a:xfrm>
            <a:prstGeom prst="rect">
              <a:avLst/>
            </a:prstGeom>
            <a:solidFill>
              <a:srgbClr val="C4CCDB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B70151E6-BA30-0555-0B4E-E1E5267C5740}"/>
                </a:ext>
              </a:extLst>
            </p:cNvPr>
            <p:cNvSpPr/>
            <p:nvPr/>
          </p:nvSpPr>
          <p:spPr>
            <a:xfrm>
              <a:off x="2032000" y="2540000"/>
              <a:ext cx="508000" cy="508000"/>
            </a:xfrm>
            <a:prstGeom prst="rect">
              <a:avLst/>
            </a:prstGeom>
            <a:solidFill>
              <a:srgbClr val="7E8EB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5A654114-FB0F-DF7F-4E5A-269B042E9477}"/>
                </a:ext>
              </a:extLst>
            </p:cNvPr>
            <p:cNvSpPr/>
            <p:nvPr/>
          </p:nvSpPr>
          <p:spPr>
            <a:xfrm>
              <a:off x="2540000" y="2540000"/>
              <a:ext cx="508000" cy="508000"/>
            </a:xfrm>
            <a:prstGeom prst="rect">
              <a:avLst/>
            </a:prstGeom>
            <a:solidFill>
              <a:srgbClr val="D4D9E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C4928AF2-8BA3-0955-7A72-E6B4B751F2B5}"/>
                </a:ext>
              </a:extLst>
            </p:cNvPr>
            <p:cNvSpPr/>
            <p:nvPr/>
          </p:nvSpPr>
          <p:spPr>
            <a:xfrm>
              <a:off x="3048000" y="2540000"/>
              <a:ext cx="508000" cy="508000"/>
            </a:xfrm>
            <a:prstGeom prst="rect">
              <a:avLst/>
            </a:prstGeom>
            <a:solidFill>
              <a:srgbClr val="B3BCD1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32422F4D-84E5-D061-1A74-1947DF7329EB}"/>
                </a:ext>
              </a:extLst>
            </p:cNvPr>
            <p:cNvSpPr/>
            <p:nvPr/>
          </p:nvSpPr>
          <p:spPr>
            <a:xfrm>
              <a:off x="3556000" y="2540000"/>
              <a:ext cx="508000" cy="508000"/>
            </a:xfrm>
            <a:prstGeom prst="rect">
              <a:avLst/>
            </a:prstGeom>
            <a:solidFill>
              <a:srgbClr val="EDF0F4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10C62ADF-0AC0-A083-66F0-CCECB3F7B573}"/>
                </a:ext>
              </a:extLst>
            </p:cNvPr>
            <p:cNvSpPr/>
            <p:nvPr/>
          </p:nvSpPr>
          <p:spPr>
            <a:xfrm>
              <a:off x="1524000" y="3048000"/>
              <a:ext cx="508000" cy="508000"/>
            </a:xfrm>
            <a:prstGeom prst="rect">
              <a:avLst/>
            </a:prstGeom>
            <a:solidFill>
              <a:srgbClr val="7E8EB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FC83820E-8CCB-D239-7DFB-E8AB59E2C66A}"/>
                </a:ext>
              </a:extLst>
            </p:cNvPr>
            <p:cNvSpPr/>
            <p:nvPr/>
          </p:nvSpPr>
          <p:spPr>
            <a:xfrm>
              <a:off x="2032000" y="3048000"/>
              <a:ext cx="508000" cy="508000"/>
            </a:xfrm>
            <a:prstGeom prst="rect">
              <a:avLst/>
            </a:prstGeom>
            <a:solidFill>
              <a:srgbClr val="D4D9E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矩形 255">
              <a:extLst>
                <a:ext uri="{FF2B5EF4-FFF2-40B4-BE49-F238E27FC236}">
                  <a16:creationId xmlns:a16="http://schemas.microsoft.com/office/drawing/2014/main" id="{CB5EF902-CBAC-DA8E-AEBD-B50533FD92A9}"/>
                </a:ext>
              </a:extLst>
            </p:cNvPr>
            <p:cNvSpPr/>
            <p:nvPr/>
          </p:nvSpPr>
          <p:spPr>
            <a:xfrm>
              <a:off x="2540000" y="3048000"/>
              <a:ext cx="508000" cy="508000"/>
            </a:xfrm>
            <a:prstGeom prst="rect">
              <a:avLst/>
            </a:prstGeom>
            <a:solidFill>
              <a:srgbClr val="B3BCD1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8" name="矩形 257">
              <a:extLst>
                <a:ext uri="{FF2B5EF4-FFF2-40B4-BE49-F238E27FC236}">
                  <a16:creationId xmlns:a16="http://schemas.microsoft.com/office/drawing/2014/main" id="{1A26761A-5891-2A68-E3B2-8B94A37DEC23}"/>
                </a:ext>
              </a:extLst>
            </p:cNvPr>
            <p:cNvSpPr/>
            <p:nvPr/>
          </p:nvSpPr>
          <p:spPr>
            <a:xfrm>
              <a:off x="3048000" y="3048000"/>
              <a:ext cx="508000" cy="508000"/>
            </a:xfrm>
            <a:prstGeom prst="rect">
              <a:avLst/>
            </a:prstGeom>
            <a:solidFill>
              <a:srgbClr val="EDF0F4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矩形 258">
              <a:extLst>
                <a:ext uri="{FF2B5EF4-FFF2-40B4-BE49-F238E27FC236}">
                  <a16:creationId xmlns:a16="http://schemas.microsoft.com/office/drawing/2014/main" id="{27694999-28CE-41CF-C3AD-1FB6F1D79042}"/>
                </a:ext>
              </a:extLst>
            </p:cNvPr>
            <p:cNvSpPr/>
            <p:nvPr/>
          </p:nvSpPr>
          <p:spPr>
            <a:xfrm>
              <a:off x="3556000" y="3048000"/>
              <a:ext cx="508000" cy="508000"/>
            </a:xfrm>
            <a:prstGeom prst="rect">
              <a:avLst/>
            </a:prstGeom>
            <a:solidFill>
              <a:srgbClr val="9FABC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0" name="矩形 259">
              <a:extLst>
                <a:ext uri="{FF2B5EF4-FFF2-40B4-BE49-F238E27FC236}">
                  <a16:creationId xmlns:a16="http://schemas.microsoft.com/office/drawing/2014/main" id="{560200B1-DA83-58CF-10E9-697A062DBB29}"/>
                </a:ext>
              </a:extLst>
            </p:cNvPr>
            <p:cNvSpPr/>
            <p:nvPr/>
          </p:nvSpPr>
          <p:spPr>
            <a:xfrm>
              <a:off x="1524000" y="3556000"/>
              <a:ext cx="508000" cy="508000"/>
            </a:xfrm>
            <a:prstGeom prst="rect">
              <a:avLst/>
            </a:prstGeom>
            <a:solidFill>
              <a:srgbClr val="D4D9E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35DE1876-607A-A089-C261-8DCE2FA06E9A}"/>
                </a:ext>
              </a:extLst>
            </p:cNvPr>
            <p:cNvSpPr/>
            <p:nvPr/>
          </p:nvSpPr>
          <p:spPr>
            <a:xfrm>
              <a:off x="2032000" y="3556000"/>
              <a:ext cx="508000" cy="508000"/>
            </a:xfrm>
            <a:prstGeom prst="rect">
              <a:avLst/>
            </a:prstGeom>
            <a:solidFill>
              <a:srgbClr val="B3BCD1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53EF28A7-8036-5DDE-C5F6-929E61B82DAA}"/>
                </a:ext>
              </a:extLst>
            </p:cNvPr>
            <p:cNvSpPr/>
            <p:nvPr/>
          </p:nvSpPr>
          <p:spPr>
            <a:xfrm>
              <a:off x="2540000" y="3556000"/>
              <a:ext cx="508000" cy="508000"/>
            </a:xfrm>
            <a:prstGeom prst="rect">
              <a:avLst/>
            </a:prstGeom>
            <a:solidFill>
              <a:srgbClr val="EDF0F4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CFA6B111-F54C-8B33-D175-4ABC40DD6381}"/>
                </a:ext>
              </a:extLst>
            </p:cNvPr>
            <p:cNvSpPr/>
            <p:nvPr/>
          </p:nvSpPr>
          <p:spPr>
            <a:xfrm>
              <a:off x="3048000" y="3556000"/>
              <a:ext cx="508000" cy="508000"/>
            </a:xfrm>
            <a:prstGeom prst="rect">
              <a:avLst/>
            </a:prstGeom>
            <a:solidFill>
              <a:srgbClr val="9FABC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" name="矩形 264">
              <a:extLst>
                <a:ext uri="{FF2B5EF4-FFF2-40B4-BE49-F238E27FC236}">
                  <a16:creationId xmlns:a16="http://schemas.microsoft.com/office/drawing/2014/main" id="{25941E2F-8EC3-3696-9DA6-8B6A7343E8DC}"/>
                </a:ext>
              </a:extLst>
            </p:cNvPr>
            <p:cNvSpPr/>
            <p:nvPr/>
          </p:nvSpPr>
          <p:spPr>
            <a:xfrm>
              <a:off x="3556000" y="3556000"/>
              <a:ext cx="508000" cy="508000"/>
            </a:xfrm>
            <a:prstGeom prst="rect">
              <a:avLst/>
            </a:prstGeom>
            <a:solidFill>
              <a:srgbClr val="E6E9F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20" name="TempWhiteBG">
            <a:extLst>
              <a:ext uri="{FF2B5EF4-FFF2-40B4-BE49-F238E27FC236}">
                <a16:creationId xmlns:a16="http://schemas.microsoft.com/office/drawing/2014/main" id="{9711BE8C-61DB-AC10-C967-59790D38A7FF}"/>
              </a:ext>
            </a:extLst>
          </p:cNvPr>
          <p:cNvSpPr/>
          <p:nvPr/>
        </p:nvSpPr>
        <p:spPr>
          <a:xfrm>
            <a:off x="1658304" y="4679224"/>
            <a:ext cx="5482261" cy="320625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1" name="MD_Left1">
            <a:extLst>
              <a:ext uri="{FF2B5EF4-FFF2-40B4-BE49-F238E27FC236}">
                <a16:creationId xmlns:a16="http://schemas.microsoft.com/office/drawing/2014/main" id="{DBEC4EE3-A7E7-8D5D-E7D4-D2E70B61CAD3}"/>
              </a:ext>
            </a:extLst>
          </p:cNvPr>
          <p:cNvSpPr/>
          <p:nvPr/>
        </p:nvSpPr>
        <p:spPr>
          <a:xfrm>
            <a:off x="2061557" y="5326419"/>
            <a:ext cx="1016381" cy="396240"/>
          </a:xfrm>
          <a:prstGeom prst="roundRect">
            <a:avLst>
              <a:gd name="adj" fmla="val 22000"/>
            </a:avLst>
          </a:prstGeom>
          <a:solidFill>
            <a:srgbClr val="DEE2EB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2" name="MD_Left2">
            <a:extLst>
              <a:ext uri="{FF2B5EF4-FFF2-40B4-BE49-F238E27FC236}">
                <a16:creationId xmlns:a16="http://schemas.microsoft.com/office/drawing/2014/main" id="{510D9448-F100-CD2C-5080-3DA21828D244}"/>
              </a:ext>
            </a:extLst>
          </p:cNvPr>
          <p:cNvSpPr/>
          <p:nvPr/>
        </p:nvSpPr>
        <p:spPr>
          <a:xfrm>
            <a:off x="2061557" y="6151925"/>
            <a:ext cx="1016381" cy="396240"/>
          </a:xfrm>
          <a:prstGeom prst="roundRect">
            <a:avLst>
              <a:gd name="adj" fmla="val 22000"/>
            </a:avLst>
          </a:prstGeom>
          <a:solidFill>
            <a:srgbClr val="C4CCDB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3" name="MD_Left3">
            <a:extLst>
              <a:ext uri="{FF2B5EF4-FFF2-40B4-BE49-F238E27FC236}">
                <a16:creationId xmlns:a16="http://schemas.microsoft.com/office/drawing/2014/main" id="{438E31A4-C80C-315B-77EE-0845C8D5F30F}"/>
              </a:ext>
            </a:extLst>
          </p:cNvPr>
          <p:cNvSpPr/>
          <p:nvPr/>
        </p:nvSpPr>
        <p:spPr>
          <a:xfrm>
            <a:off x="2061557" y="6977398"/>
            <a:ext cx="1016381" cy="396240"/>
          </a:xfrm>
          <a:prstGeom prst="roundRect">
            <a:avLst>
              <a:gd name="adj" fmla="val 22000"/>
            </a:avLst>
          </a:prstGeom>
          <a:solidFill>
            <a:srgbClr val="9FABC5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4" name="MD_MidPill">
            <a:extLst>
              <a:ext uri="{FF2B5EF4-FFF2-40B4-BE49-F238E27FC236}">
                <a16:creationId xmlns:a16="http://schemas.microsoft.com/office/drawing/2014/main" id="{178B5089-7EA8-15F0-C59F-F1F65734D1AE}"/>
              </a:ext>
            </a:extLst>
          </p:cNvPr>
          <p:cNvSpPr/>
          <p:nvPr/>
        </p:nvSpPr>
        <p:spPr>
          <a:xfrm>
            <a:off x="3595329" y="5326292"/>
            <a:ext cx="382623" cy="2007170"/>
          </a:xfrm>
          <a:prstGeom prst="roundRect">
            <a:avLst>
              <a:gd name="adj" fmla="val 22000"/>
            </a:avLst>
          </a:prstGeom>
          <a:solidFill>
            <a:srgbClr val="C4CCDB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REF_upperbox">
            <a:extLst>
              <a:ext uri="{FF2B5EF4-FFF2-40B4-BE49-F238E27FC236}">
                <a16:creationId xmlns:a16="http://schemas.microsoft.com/office/drawing/2014/main" id="{0A64858B-3669-844F-555E-9BAA2C41EE4D}"/>
              </a:ext>
            </a:extLst>
          </p:cNvPr>
          <p:cNvSpPr/>
          <p:nvPr/>
        </p:nvSpPr>
        <p:spPr>
          <a:xfrm>
            <a:off x="10529326" y="4790619"/>
            <a:ext cx="3571051" cy="1570247"/>
          </a:xfrm>
          <a:prstGeom prst="roundRect">
            <a:avLst>
              <a:gd name="adj" fmla="val 6000"/>
            </a:avLst>
          </a:prstGeom>
          <a:noFill/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REF_l_pill2">
            <a:extLst>
              <a:ext uri="{FF2B5EF4-FFF2-40B4-BE49-F238E27FC236}">
                <a16:creationId xmlns:a16="http://schemas.microsoft.com/office/drawing/2014/main" id="{26A71367-FE35-E5CC-9FE6-C61E5A95A588}"/>
              </a:ext>
            </a:extLst>
          </p:cNvPr>
          <p:cNvSpPr/>
          <p:nvPr/>
        </p:nvSpPr>
        <p:spPr>
          <a:xfrm>
            <a:off x="12387483" y="6794500"/>
            <a:ext cx="294885" cy="736600"/>
          </a:xfrm>
          <a:prstGeom prst="roundRect">
            <a:avLst>
              <a:gd name="adj" fmla="val 25000"/>
            </a:avLst>
          </a:prstGeom>
          <a:solidFill>
            <a:srgbClr val="E6E9F0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REF_l_pill1">
            <a:extLst>
              <a:ext uri="{FF2B5EF4-FFF2-40B4-BE49-F238E27FC236}">
                <a16:creationId xmlns:a16="http://schemas.microsoft.com/office/drawing/2014/main" id="{AB540665-55B4-3EC3-0B11-0139BFCC1F76}"/>
              </a:ext>
            </a:extLst>
          </p:cNvPr>
          <p:cNvSpPr/>
          <p:nvPr/>
        </p:nvSpPr>
        <p:spPr>
          <a:xfrm>
            <a:off x="11824588" y="6794500"/>
            <a:ext cx="318520" cy="736600"/>
          </a:xfrm>
          <a:prstGeom prst="roundRect">
            <a:avLst>
              <a:gd name="adj" fmla="val 25000"/>
            </a:avLst>
          </a:prstGeom>
          <a:solidFill>
            <a:srgbClr val="E6E9F0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REF_lowerbox">
            <a:extLst>
              <a:ext uri="{FF2B5EF4-FFF2-40B4-BE49-F238E27FC236}">
                <a16:creationId xmlns:a16="http://schemas.microsoft.com/office/drawing/2014/main" id="{5C294773-8DDD-15D1-4A6A-720D86694DC2}"/>
              </a:ext>
            </a:extLst>
          </p:cNvPr>
          <p:cNvSpPr/>
          <p:nvPr/>
        </p:nvSpPr>
        <p:spPr>
          <a:xfrm>
            <a:off x="10529326" y="6485861"/>
            <a:ext cx="3571051" cy="1107694"/>
          </a:xfrm>
          <a:prstGeom prst="roundRect">
            <a:avLst>
              <a:gd name="adj" fmla="val 6000"/>
            </a:avLst>
          </a:prstGeom>
          <a:noFill/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REF_greenblock">
            <a:extLst>
              <a:ext uri="{FF2B5EF4-FFF2-40B4-BE49-F238E27FC236}">
                <a16:creationId xmlns:a16="http://schemas.microsoft.com/office/drawing/2014/main" id="{81C7E971-3842-CACC-FBB4-1E2A3FA8E3AC}"/>
              </a:ext>
            </a:extLst>
          </p:cNvPr>
          <p:cNvSpPr/>
          <p:nvPr/>
        </p:nvSpPr>
        <p:spPr>
          <a:xfrm>
            <a:off x="10795640" y="6841744"/>
            <a:ext cx="798189" cy="605741"/>
          </a:xfrm>
          <a:prstGeom prst="roundRect">
            <a:avLst>
              <a:gd name="adj" fmla="val 18000"/>
            </a:avLst>
          </a:prstGeom>
          <a:solidFill>
            <a:srgbClr val="C4E9E3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REF_bigpanel">
            <a:extLst>
              <a:ext uri="{FF2B5EF4-FFF2-40B4-BE49-F238E27FC236}">
                <a16:creationId xmlns:a16="http://schemas.microsoft.com/office/drawing/2014/main" id="{FF7FF2BC-E345-E986-0CFE-DB239527349F}"/>
              </a:ext>
            </a:extLst>
          </p:cNvPr>
          <p:cNvSpPr/>
          <p:nvPr/>
        </p:nvSpPr>
        <p:spPr>
          <a:xfrm>
            <a:off x="8214360" y="4787900"/>
            <a:ext cx="1889760" cy="2832100"/>
          </a:xfrm>
          <a:prstGeom prst="roundRect">
            <a:avLst>
              <a:gd name="adj" fmla="val 6849"/>
            </a:avLst>
          </a:prstGeom>
          <a:solidFill>
            <a:srgbClr val="EFF4F7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0" name="front_face">
            <a:extLst>
              <a:ext uri="{FF2B5EF4-FFF2-40B4-BE49-F238E27FC236}">
                <a16:creationId xmlns:a16="http://schemas.microsoft.com/office/drawing/2014/main" id="{4DE95C1B-29CD-5306-1CEB-FA2E1003AE8C}"/>
              </a:ext>
            </a:extLst>
          </p:cNvPr>
          <p:cNvSpPr/>
          <p:nvPr/>
        </p:nvSpPr>
        <p:spPr>
          <a:xfrm>
            <a:off x="5169784" y="1007039"/>
            <a:ext cx="2586886" cy="2574525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5" name="bar1">
            <a:extLst>
              <a:ext uri="{FF2B5EF4-FFF2-40B4-BE49-F238E27FC236}">
                <a16:creationId xmlns:a16="http://schemas.microsoft.com/office/drawing/2014/main" id="{54BA955C-902C-695E-30A0-2441E4FCED36}"/>
              </a:ext>
            </a:extLst>
          </p:cNvPr>
          <p:cNvSpPr/>
          <p:nvPr/>
        </p:nvSpPr>
        <p:spPr>
          <a:xfrm>
            <a:off x="6224130" y="1650011"/>
            <a:ext cx="251651" cy="1646341"/>
          </a:xfrm>
          <a:prstGeom prst="roundRect">
            <a:avLst>
              <a:gd name="adj" fmla="val 18000"/>
            </a:avLst>
          </a:prstGeom>
          <a:solidFill>
            <a:srgbClr val="C4CCDB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6" name="bar2">
            <a:extLst>
              <a:ext uri="{FF2B5EF4-FFF2-40B4-BE49-F238E27FC236}">
                <a16:creationId xmlns:a16="http://schemas.microsoft.com/office/drawing/2014/main" id="{033ECD2D-89A8-E76E-C95B-17DABD943973}"/>
              </a:ext>
            </a:extLst>
          </p:cNvPr>
          <p:cNvSpPr/>
          <p:nvPr/>
        </p:nvSpPr>
        <p:spPr>
          <a:xfrm>
            <a:off x="6664888" y="1650011"/>
            <a:ext cx="251651" cy="1646341"/>
          </a:xfrm>
          <a:prstGeom prst="roundRect">
            <a:avLst>
              <a:gd name="adj" fmla="val 18000"/>
            </a:avLst>
          </a:prstGeom>
          <a:solidFill>
            <a:srgbClr val="F6BBB2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8" name="bar4">
            <a:extLst>
              <a:ext uri="{FF2B5EF4-FFF2-40B4-BE49-F238E27FC236}">
                <a16:creationId xmlns:a16="http://schemas.microsoft.com/office/drawing/2014/main" id="{21B39D63-A708-75E0-623F-CAE6266495E3}"/>
              </a:ext>
            </a:extLst>
          </p:cNvPr>
          <p:cNvSpPr/>
          <p:nvPr/>
        </p:nvSpPr>
        <p:spPr>
          <a:xfrm>
            <a:off x="7142545" y="1650011"/>
            <a:ext cx="251651" cy="1646341"/>
          </a:xfrm>
          <a:prstGeom prst="roundRect">
            <a:avLst>
              <a:gd name="adj" fmla="val 18000"/>
            </a:avLst>
          </a:prstGeom>
          <a:solidFill>
            <a:srgbClr val="C4CCDB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0" name="tri3_text">
            <a:extLst>
              <a:ext uri="{FF2B5EF4-FFF2-40B4-BE49-F238E27FC236}">
                <a16:creationId xmlns:a16="http://schemas.microsoft.com/office/drawing/2014/main" id="{12FC3365-F0B2-6A00-F5B7-A7D776C222C9}"/>
              </a:ext>
            </a:extLst>
          </p:cNvPr>
          <p:cNvSpPr txBox="1"/>
          <p:nvPr/>
        </p:nvSpPr>
        <p:spPr>
          <a:xfrm>
            <a:off x="5488049" y="1894060"/>
            <a:ext cx="266454" cy="156123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12" name="tri5_text">
            <a:extLst>
              <a:ext uri="{FF2B5EF4-FFF2-40B4-BE49-F238E27FC236}">
                <a16:creationId xmlns:a16="http://schemas.microsoft.com/office/drawing/2014/main" id="{BC67E299-8AF1-BBB7-AB95-0D0C4EED1894}"/>
              </a:ext>
            </a:extLst>
          </p:cNvPr>
          <p:cNvSpPr txBox="1"/>
          <p:nvPr/>
        </p:nvSpPr>
        <p:spPr>
          <a:xfrm>
            <a:off x="5488049" y="2395120"/>
            <a:ext cx="266454" cy="156123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14" name="tri7_text">
            <a:extLst>
              <a:ext uri="{FF2B5EF4-FFF2-40B4-BE49-F238E27FC236}">
                <a16:creationId xmlns:a16="http://schemas.microsoft.com/office/drawing/2014/main" id="{A646CCB9-6396-DB50-5CB2-3866D5CAF1EA}"/>
              </a:ext>
            </a:extLst>
          </p:cNvPr>
          <p:cNvSpPr txBox="1"/>
          <p:nvPr/>
        </p:nvSpPr>
        <p:spPr>
          <a:xfrm>
            <a:off x="5488049" y="2896180"/>
            <a:ext cx="266454" cy="156123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6A8764-5402-268C-F072-4A4CA320151A}"/>
              </a:ext>
            </a:extLst>
          </p:cNvPr>
          <p:cNvSpPr txBox="1"/>
          <p:nvPr/>
        </p:nvSpPr>
        <p:spPr>
          <a:xfrm rot="16200000">
            <a:off x="5860980" y="2309402"/>
            <a:ext cx="1816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SE attention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7B8D257-1A1D-349B-A1C0-DC28909ABDF8}"/>
              </a:ext>
            </a:extLst>
          </p:cNvPr>
          <p:cNvSpPr txBox="1"/>
          <p:nvPr/>
        </p:nvSpPr>
        <p:spPr>
          <a:xfrm rot="16200000">
            <a:off x="5410662" y="2309401"/>
            <a:ext cx="1816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Concatenate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CA4317E-16C1-AD24-3E66-882DFE0888BC}"/>
              </a:ext>
            </a:extLst>
          </p:cNvPr>
          <p:cNvSpPr txBox="1"/>
          <p:nvPr/>
        </p:nvSpPr>
        <p:spPr>
          <a:xfrm rot="16200000">
            <a:off x="6345572" y="2305027"/>
            <a:ext cx="1816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1×1 fusion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9" name="OneHotMatrix_NPG">
            <a:extLst>
              <a:ext uri="{FF2B5EF4-FFF2-40B4-BE49-F238E27FC236}">
                <a16:creationId xmlns:a16="http://schemas.microsoft.com/office/drawing/2014/main" id="{40268784-0B49-B96A-A395-02DC5795D338}"/>
              </a:ext>
            </a:extLst>
          </p:cNvPr>
          <p:cNvGrpSpPr/>
          <p:nvPr/>
        </p:nvGrpSpPr>
        <p:grpSpPr>
          <a:xfrm>
            <a:off x="2940615" y="1297540"/>
            <a:ext cx="1782719" cy="1062692"/>
            <a:chOff x="381000" y="381000"/>
            <a:chExt cx="3733800" cy="1828800"/>
          </a:xfrm>
        </p:grpSpPr>
        <p:sp>
          <p:nvSpPr>
            <p:cNvPr id="350" name="矩形: 圆角 349">
              <a:extLst>
                <a:ext uri="{FF2B5EF4-FFF2-40B4-BE49-F238E27FC236}">
                  <a16:creationId xmlns:a16="http://schemas.microsoft.com/office/drawing/2014/main" id="{9022E694-7B4D-6395-FE44-1F2DE6E8966A}"/>
                </a:ext>
              </a:extLst>
            </p:cNvPr>
            <p:cNvSpPr/>
            <p:nvPr/>
          </p:nvSpPr>
          <p:spPr>
            <a:xfrm>
              <a:off x="381000" y="381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C4E9E3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600" b="1">
                  <a:solidFill>
                    <a:srgbClr val="141414"/>
                  </a:solidFill>
                  <a:latin typeface="Arial" panose="020B0604020202020204" pitchFamily="34" charset="0"/>
                </a:rPr>
                <a:t>A</a:t>
              </a:r>
              <a:endParaRPr lang="zh-CN" altLang="en-US" sz="16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1" name="矩形: 圆角 350">
              <a:extLst>
                <a:ext uri="{FF2B5EF4-FFF2-40B4-BE49-F238E27FC236}">
                  <a16:creationId xmlns:a16="http://schemas.microsoft.com/office/drawing/2014/main" id="{FA81A007-9772-77F9-BC5B-9B3FB38D210F}"/>
                </a:ext>
              </a:extLst>
            </p:cNvPr>
            <p:cNvSpPr/>
            <p:nvPr/>
          </p:nvSpPr>
          <p:spPr>
            <a:xfrm>
              <a:off x="800100" y="381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C4E9E3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600" b="1">
                  <a:solidFill>
                    <a:srgbClr val="141414"/>
                  </a:solidFill>
                  <a:latin typeface="Arial" panose="020B0604020202020204" pitchFamily="34" charset="0"/>
                </a:rPr>
                <a:t>A</a:t>
              </a:r>
              <a:endParaRPr lang="zh-CN" altLang="en-US" sz="16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2" name="矩形: 圆角 351">
              <a:extLst>
                <a:ext uri="{FF2B5EF4-FFF2-40B4-BE49-F238E27FC236}">
                  <a16:creationId xmlns:a16="http://schemas.microsoft.com/office/drawing/2014/main" id="{35BFC70C-7940-7143-376D-ABFB3A4A0743}"/>
                </a:ext>
              </a:extLst>
            </p:cNvPr>
            <p:cNvSpPr/>
            <p:nvPr/>
          </p:nvSpPr>
          <p:spPr>
            <a:xfrm>
              <a:off x="1219200" y="381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D0D6E2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600" b="1">
                  <a:solidFill>
                    <a:srgbClr val="141414"/>
                  </a:solidFill>
                  <a:latin typeface="Arial" panose="020B0604020202020204" pitchFamily="34" charset="0"/>
                </a:rPr>
                <a:t>C</a:t>
              </a:r>
              <a:endParaRPr lang="zh-CN" altLang="en-US" sz="16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3" name="矩形: 圆角 352">
              <a:extLst>
                <a:ext uri="{FF2B5EF4-FFF2-40B4-BE49-F238E27FC236}">
                  <a16:creationId xmlns:a16="http://schemas.microsoft.com/office/drawing/2014/main" id="{F116B4DC-3F74-BB53-0C64-EB7642F76D72}"/>
                </a:ext>
              </a:extLst>
            </p:cNvPr>
            <p:cNvSpPr/>
            <p:nvPr/>
          </p:nvSpPr>
          <p:spPr>
            <a:xfrm>
              <a:off x="1638300" y="381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DDD6CF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600" b="1">
                  <a:solidFill>
                    <a:srgbClr val="141414"/>
                  </a:solidFill>
                  <a:latin typeface="Arial" panose="020B0604020202020204" pitchFamily="34" charset="0"/>
                </a:rPr>
                <a:t>G</a:t>
              </a:r>
              <a:endParaRPr lang="zh-CN" altLang="en-US" sz="16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4" name="矩形: 圆角 353">
              <a:extLst>
                <a:ext uri="{FF2B5EF4-FFF2-40B4-BE49-F238E27FC236}">
                  <a16:creationId xmlns:a16="http://schemas.microsoft.com/office/drawing/2014/main" id="{35CEF0CE-AFA4-9931-CBCD-1AA4B55B3AA3}"/>
                </a:ext>
              </a:extLst>
            </p:cNvPr>
            <p:cNvSpPr/>
            <p:nvPr/>
          </p:nvSpPr>
          <p:spPr>
            <a:xfrm>
              <a:off x="2057400" y="381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6BBB2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600" b="1">
                  <a:solidFill>
                    <a:srgbClr val="141414"/>
                  </a:solidFill>
                  <a:latin typeface="Arial" panose="020B0604020202020204" pitchFamily="34" charset="0"/>
                </a:rPr>
                <a:t>T</a:t>
              </a:r>
              <a:endParaRPr lang="zh-CN" altLang="en-US" sz="16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5" name="矩形: 圆角 354">
              <a:extLst>
                <a:ext uri="{FF2B5EF4-FFF2-40B4-BE49-F238E27FC236}">
                  <a16:creationId xmlns:a16="http://schemas.microsoft.com/office/drawing/2014/main" id="{C0FCCD65-C9B9-35D4-95E4-1222144FC715}"/>
                </a:ext>
              </a:extLst>
            </p:cNvPr>
            <p:cNvSpPr/>
            <p:nvPr/>
          </p:nvSpPr>
          <p:spPr>
            <a:xfrm>
              <a:off x="2476500" y="381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C4E9E3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600" b="1">
                  <a:solidFill>
                    <a:srgbClr val="141414"/>
                  </a:solidFill>
                  <a:latin typeface="Arial" panose="020B0604020202020204" pitchFamily="34" charset="0"/>
                </a:rPr>
                <a:t>A</a:t>
              </a:r>
              <a:endParaRPr lang="zh-CN" altLang="en-US" sz="16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6" name="矩形: 圆角 355">
              <a:extLst>
                <a:ext uri="{FF2B5EF4-FFF2-40B4-BE49-F238E27FC236}">
                  <a16:creationId xmlns:a16="http://schemas.microsoft.com/office/drawing/2014/main" id="{1F1FFBA1-F999-4EDB-35D0-1DAAEA0C902A}"/>
                </a:ext>
              </a:extLst>
            </p:cNvPr>
            <p:cNvSpPr/>
            <p:nvPr/>
          </p:nvSpPr>
          <p:spPr>
            <a:xfrm>
              <a:off x="2895600" y="381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C4E9E3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600" b="1">
                  <a:solidFill>
                    <a:srgbClr val="141414"/>
                  </a:solidFill>
                  <a:latin typeface="Arial" panose="020B0604020202020204" pitchFamily="34" charset="0"/>
                </a:rPr>
                <a:t>A</a:t>
              </a:r>
              <a:endParaRPr lang="zh-CN" altLang="en-US" sz="16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7" name="矩形: 圆角 356">
              <a:extLst>
                <a:ext uri="{FF2B5EF4-FFF2-40B4-BE49-F238E27FC236}">
                  <a16:creationId xmlns:a16="http://schemas.microsoft.com/office/drawing/2014/main" id="{67A1FAC2-F475-84AB-F9AB-4139E1E23071}"/>
                </a:ext>
              </a:extLst>
            </p:cNvPr>
            <p:cNvSpPr/>
            <p:nvPr/>
          </p:nvSpPr>
          <p:spPr>
            <a:xfrm>
              <a:off x="3314700" y="381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D0D6E2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600" b="1">
                  <a:solidFill>
                    <a:srgbClr val="141414"/>
                  </a:solidFill>
                  <a:latin typeface="Arial" panose="020B0604020202020204" pitchFamily="34" charset="0"/>
                </a:rPr>
                <a:t>C</a:t>
              </a:r>
              <a:endParaRPr lang="zh-CN" altLang="en-US" sz="16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8" name="矩形: 圆角 357">
              <a:extLst>
                <a:ext uri="{FF2B5EF4-FFF2-40B4-BE49-F238E27FC236}">
                  <a16:creationId xmlns:a16="http://schemas.microsoft.com/office/drawing/2014/main" id="{465DAD09-E879-81D6-5117-DA19E9F78B7C}"/>
                </a:ext>
              </a:extLst>
            </p:cNvPr>
            <p:cNvSpPr/>
            <p:nvPr/>
          </p:nvSpPr>
          <p:spPr>
            <a:xfrm>
              <a:off x="3733800" y="381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6BBB2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600" b="1">
                  <a:solidFill>
                    <a:srgbClr val="141414"/>
                  </a:solidFill>
                  <a:latin typeface="Arial" panose="020B0604020202020204" pitchFamily="34" charset="0"/>
                </a:rPr>
                <a:t>T</a:t>
              </a:r>
              <a:endParaRPr lang="zh-CN" altLang="en-US" sz="16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9" name="矩形: 圆角 358">
              <a:extLst>
                <a:ext uri="{FF2B5EF4-FFF2-40B4-BE49-F238E27FC236}">
                  <a16:creationId xmlns:a16="http://schemas.microsoft.com/office/drawing/2014/main" id="{DF367978-4F56-608A-7318-E62F46E1610C}"/>
                </a:ext>
              </a:extLst>
            </p:cNvPr>
            <p:cNvSpPr/>
            <p:nvPr/>
          </p:nvSpPr>
          <p:spPr>
            <a:xfrm>
              <a:off x="381000" y="762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C4E9E3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 b="1">
                  <a:solidFill>
                    <a:srgbClr val="141414"/>
                  </a:solidFill>
                  <a:latin typeface="Arial" panose="020B0604020202020204" pitchFamily="34" charset="0"/>
                </a:rPr>
                <a:t>1</a:t>
              </a:r>
              <a:endParaRPr lang="zh-CN" altLang="en-US" sz="15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0" name="矩形: 圆角 359">
              <a:extLst>
                <a:ext uri="{FF2B5EF4-FFF2-40B4-BE49-F238E27FC236}">
                  <a16:creationId xmlns:a16="http://schemas.microsoft.com/office/drawing/2014/main" id="{3DA5D848-DBDB-B590-8900-F4728F05A6F7}"/>
                </a:ext>
              </a:extLst>
            </p:cNvPr>
            <p:cNvSpPr/>
            <p:nvPr/>
          </p:nvSpPr>
          <p:spPr>
            <a:xfrm>
              <a:off x="800100" y="762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C4E9E3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 b="1">
                  <a:solidFill>
                    <a:srgbClr val="141414"/>
                  </a:solidFill>
                  <a:latin typeface="Arial" panose="020B0604020202020204" pitchFamily="34" charset="0"/>
                </a:rPr>
                <a:t>1</a:t>
              </a:r>
              <a:endParaRPr lang="zh-CN" altLang="en-US" sz="15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1" name="矩形: 圆角 360">
              <a:extLst>
                <a:ext uri="{FF2B5EF4-FFF2-40B4-BE49-F238E27FC236}">
                  <a16:creationId xmlns:a16="http://schemas.microsoft.com/office/drawing/2014/main" id="{1375564A-602D-222D-465B-92A144185B7A}"/>
                </a:ext>
              </a:extLst>
            </p:cNvPr>
            <p:cNvSpPr/>
            <p:nvPr/>
          </p:nvSpPr>
          <p:spPr>
            <a:xfrm>
              <a:off x="1219200" y="762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2" name="矩形: 圆角 361">
              <a:extLst>
                <a:ext uri="{FF2B5EF4-FFF2-40B4-BE49-F238E27FC236}">
                  <a16:creationId xmlns:a16="http://schemas.microsoft.com/office/drawing/2014/main" id="{36BDD245-B1F5-39A4-BB85-67FBE7A971BB}"/>
                </a:ext>
              </a:extLst>
            </p:cNvPr>
            <p:cNvSpPr/>
            <p:nvPr/>
          </p:nvSpPr>
          <p:spPr>
            <a:xfrm>
              <a:off x="1638300" y="762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3" name="矩形: 圆角 362">
              <a:extLst>
                <a:ext uri="{FF2B5EF4-FFF2-40B4-BE49-F238E27FC236}">
                  <a16:creationId xmlns:a16="http://schemas.microsoft.com/office/drawing/2014/main" id="{4B4B5948-AD0B-D7F1-5C03-FB10E515E861}"/>
                </a:ext>
              </a:extLst>
            </p:cNvPr>
            <p:cNvSpPr/>
            <p:nvPr/>
          </p:nvSpPr>
          <p:spPr>
            <a:xfrm>
              <a:off x="2057400" y="762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4" name="矩形: 圆角 363">
              <a:extLst>
                <a:ext uri="{FF2B5EF4-FFF2-40B4-BE49-F238E27FC236}">
                  <a16:creationId xmlns:a16="http://schemas.microsoft.com/office/drawing/2014/main" id="{673110E1-138E-E689-1FC5-E87D526AD1BF}"/>
                </a:ext>
              </a:extLst>
            </p:cNvPr>
            <p:cNvSpPr/>
            <p:nvPr/>
          </p:nvSpPr>
          <p:spPr>
            <a:xfrm>
              <a:off x="2476500" y="762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C4E9E3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 b="1">
                  <a:solidFill>
                    <a:srgbClr val="141414"/>
                  </a:solidFill>
                  <a:latin typeface="Arial" panose="020B0604020202020204" pitchFamily="34" charset="0"/>
                </a:rPr>
                <a:t>1</a:t>
              </a:r>
              <a:endParaRPr lang="zh-CN" altLang="en-US" sz="15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5" name="矩形: 圆角 364">
              <a:extLst>
                <a:ext uri="{FF2B5EF4-FFF2-40B4-BE49-F238E27FC236}">
                  <a16:creationId xmlns:a16="http://schemas.microsoft.com/office/drawing/2014/main" id="{4D30404C-80AF-2744-1971-9E2FF5BBEDEB}"/>
                </a:ext>
              </a:extLst>
            </p:cNvPr>
            <p:cNvSpPr/>
            <p:nvPr/>
          </p:nvSpPr>
          <p:spPr>
            <a:xfrm>
              <a:off x="2895600" y="762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C4E9E3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 b="1">
                  <a:solidFill>
                    <a:srgbClr val="141414"/>
                  </a:solidFill>
                  <a:latin typeface="Arial" panose="020B0604020202020204" pitchFamily="34" charset="0"/>
                </a:rPr>
                <a:t>1</a:t>
              </a:r>
              <a:endParaRPr lang="zh-CN" altLang="en-US" sz="15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6" name="矩形: 圆角 365">
              <a:extLst>
                <a:ext uri="{FF2B5EF4-FFF2-40B4-BE49-F238E27FC236}">
                  <a16:creationId xmlns:a16="http://schemas.microsoft.com/office/drawing/2014/main" id="{A97CF04F-7138-96C1-44EF-3604F4FBAE4F}"/>
                </a:ext>
              </a:extLst>
            </p:cNvPr>
            <p:cNvSpPr/>
            <p:nvPr/>
          </p:nvSpPr>
          <p:spPr>
            <a:xfrm>
              <a:off x="3314700" y="762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" name="矩形: 圆角 366">
              <a:extLst>
                <a:ext uri="{FF2B5EF4-FFF2-40B4-BE49-F238E27FC236}">
                  <a16:creationId xmlns:a16="http://schemas.microsoft.com/office/drawing/2014/main" id="{DF7E6041-CD55-6C1B-9171-162831E955C8}"/>
                </a:ext>
              </a:extLst>
            </p:cNvPr>
            <p:cNvSpPr/>
            <p:nvPr/>
          </p:nvSpPr>
          <p:spPr>
            <a:xfrm>
              <a:off x="3733800" y="762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" name="矩形: 圆角 367">
              <a:extLst>
                <a:ext uri="{FF2B5EF4-FFF2-40B4-BE49-F238E27FC236}">
                  <a16:creationId xmlns:a16="http://schemas.microsoft.com/office/drawing/2014/main" id="{CCB6B919-0EBF-F143-90F4-0218DC476DF4}"/>
                </a:ext>
              </a:extLst>
            </p:cNvPr>
            <p:cNvSpPr/>
            <p:nvPr/>
          </p:nvSpPr>
          <p:spPr>
            <a:xfrm>
              <a:off x="381000" y="1143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" name="矩形: 圆角 368">
              <a:extLst>
                <a:ext uri="{FF2B5EF4-FFF2-40B4-BE49-F238E27FC236}">
                  <a16:creationId xmlns:a16="http://schemas.microsoft.com/office/drawing/2014/main" id="{472A9E3E-D83B-FA62-6A30-263E03CE9BAE}"/>
                </a:ext>
              </a:extLst>
            </p:cNvPr>
            <p:cNvSpPr/>
            <p:nvPr/>
          </p:nvSpPr>
          <p:spPr>
            <a:xfrm>
              <a:off x="800100" y="1143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0" name="矩形: 圆角 369">
              <a:extLst>
                <a:ext uri="{FF2B5EF4-FFF2-40B4-BE49-F238E27FC236}">
                  <a16:creationId xmlns:a16="http://schemas.microsoft.com/office/drawing/2014/main" id="{81670B7D-8F77-C995-121A-EC0672C74514}"/>
                </a:ext>
              </a:extLst>
            </p:cNvPr>
            <p:cNvSpPr/>
            <p:nvPr/>
          </p:nvSpPr>
          <p:spPr>
            <a:xfrm>
              <a:off x="1219200" y="1143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D0D6E2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 b="1">
                  <a:solidFill>
                    <a:srgbClr val="141414"/>
                  </a:solidFill>
                  <a:latin typeface="Arial" panose="020B0604020202020204" pitchFamily="34" charset="0"/>
                </a:rPr>
                <a:t>1</a:t>
              </a:r>
              <a:endParaRPr lang="zh-CN" altLang="en-US" sz="15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1" name="矩形: 圆角 370">
              <a:extLst>
                <a:ext uri="{FF2B5EF4-FFF2-40B4-BE49-F238E27FC236}">
                  <a16:creationId xmlns:a16="http://schemas.microsoft.com/office/drawing/2014/main" id="{57AFADDB-2A34-6E27-38F5-7586326375DA}"/>
                </a:ext>
              </a:extLst>
            </p:cNvPr>
            <p:cNvSpPr/>
            <p:nvPr/>
          </p:nvSpPr>
          <p:spPr>
            <a:xfrm>
              <a:off x="1638300" y="1143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2" name="矩形: 圆角 371">
              <a:extLst>
                <a:ext uri="{FF2B5EF4-FFF2-40B4-BE49-F238E27FC236}">
                  <a16:creationId xmlns:a16="http://schemas.microsoft.com/office/drawing/2014/main" id="{EF031C72-0E4B-5C77-2BB3-5287C765E698}"/>
                </a:ext>
              </a:extLst>
            </p:cNvPr>
            <p:cNvSpPr/>
            <p:nvPr/>
          </p:nvSpPr>
          <p:spPr>
            <a:xfrm>
              <a:off x="2057400" y="1143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3" name="矩形: 圆角 372">
              <a:extLst>
                <a:ext uri="{FF2B5EF4-FFF2-40B4-BE49-F238E27FC236}">
                  <a16:creationId xmlns:a16="http://schemas.microsoft.com/office/drawing/2014/main" id="{B39269E9-C841-7ED7-93DF-EA6373543FF3}"/>
                </a:ext>
              </a:extLst>
            </p:cNvPr>
            <p:cNvSpPr/>
            <p:nvPr/>
          </p:nvSpPr>
          <p:spPr>
            <a:xfrm>
              <a:off x="2476500" y="1143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4" name="矩形: 圆角 373">
              <a:extLst>
                <a:ext uri="{FF2B5EF4-FFF2-40B4-BE49-F238E27FC236}">
                  <a16:creationId xmlns:a16="http://schemas.microsoft.com/office/drawing/2014/main" id="{E80CD58B-F381-3E36-2501-F0736E4F724B}"/>
                </a:ext>
              </a:extLst>
            </p:cNvPr>
            <p:cNvSpPr/>
            <p:nvPr/>
          </p:nvSpPr>
          <p:spPr>
            <a:xfrm>
              <a:off x="2895600" y="1143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5" name="矩形: 圆角 374">
              <a:extLst>
                <a:ext uri="{FF2B5EF4-FFF2-40B4-BE49-F238E27FC236}">
                  <a16:creationId xmlns:a16="http://schemas.microsoft.com/office/drawing/2014/main" id="{5A52BF59-DB44-2084-8D10-F400D9E3B9EB}"/>
                </a:ext>
              </a:extLst>
            </p:cNvPr>
            <p:cNvSpPr/>
            <p:nvPr/>
          </p:nvSpPr>
          <p:spPr>
            <a:xfrm>
              <a:off x="3314700" y="1143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D0D6E2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 b="1">
                  <a:solidFill>
                    <a:srgbClr val="141414"/>
                  </a:solidFill>
                  <a:latin typeface="Arial" panose="020B0604020202020204" pitchFamily="34" charset="0"/>
                </a:rPr>
                <a:t>1</a:t>
              </a:r>
              <a:endParaRPr lang="zh-CN" altLang="en-US" sz="15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6" name="矩形: 圆角 375">
              <a:extLst>
                <a:ext uri="{FF2B5EF4-FFF2-40B4-BE49-F238E27FC236}">
                  <a16:creationId xmlns:a16="http://schemas.microsoft.com/office/drawing/2014/main" id="{26D7C63D-348D-2B1B-3293-EB0521F79153}"/>
                </a:ext>
              </a:extLst>
            </p:cNvPr>
            <p:cNvSpPr/>
            <p:nvPr/>
          </p:nvSpPr>
          <p:spPr>
            <a:xfrm>
              <a:off x="3733800" y="1143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7" name="矩形: 圆角 376">
              <a:extLst>
                <a:ext uri="{FF2B5EF4-FFF2-40B4-BE49-F238E27FC236}">
                  <a16:creationId xmlns:a16="http://schemas.microsoft.com/office/drawing/2014/main" id="{815214EF-32EF-AA96-D2CD-AA0208FF0711}"/>
                </a:ext>
              </a:extLst>
            </p:cNvPr>
            <p:cNvSpPr/>
            <p:nvPr/>
          </p:nvSpPr>
          <p:spPr>
            <a:xfrm>
              <a:off x="381000" y="1524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8" name="矩形: 圆角 377">
              <a:extLst>
                <a:ext uri="{FF2B5EF4-FFF2-40B4-BE49-F238E27FC236}">
                  <a16:creationId xmlns:a16="http://schemas.microsoft.com/office/drawing/2014/main" id="{8AB762F5-5C76-4ECB-C832-BEA2F3BDA2F2}"/>
                </a:ext>
              </a:extLst>
            </p:cNvPr>
            <p:cNvSpPr/>
            <p:nvPr/>
          </p:nvSpPr>
          <p:spPr>
            <a:xfrm>
              <a:off x="800100" y="1524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" name="矩形: 圆角 378">
              <a:extLst>
                <a:ext uri="{FF2B5EF4-FFF2-40B4-BE49-F238E27FC236}">
                  <a16:creationId xmlns:a16="http://schemas.microsoft.com/office/drawing/2014/main" id="{CA494C5B-0C6D-3849-E951-09ABB6BA6B22}"/>
                </a:ext>
              </a:extLst>
            </p:cNvPr>
            <p:cNvSpPr/>
            <p:nvPr/>
          </p:nvSpPr>
          <p:spPr>
            <a:xfrm>
              <a:off x="1219200" y="1524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0" name="矩形: 圆角 379">
              <a:extLst>
                <a:ext uri="{FF2B5EF4-FFF2-40B4-BE49-F238E27FC236}">
                  <a16:creationId xmlns:a16="http://schemas.microsoft.com/office/drawing/2014/main" id="{58686B75-1F09-18FD-DE00-D75EE60BD265}"/>
                </a:ext>
              </a:extLst>
            </p:cNvPr>
            <p:cNvSpPr/>
            <p:nvPr/>
          </p:nvSpPr>
          <p:spPr>
            <a:xfrm>
              <a:off x="1638300" y="1524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AFB9CE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 b="1">
                  <a:solidFill>
                    <a:srgbClr val="141414"/>
                  </a:solidFill>
                  <a:latin typeface="Arial" panose="020B0604020202020204" pitchFamily="34" charset="0"/>
                </a:rPr>
                <a:t>1</a:t>
              </a:r>
              <a:endParaRPr lang="zh-CN" altLang="en-US" sz="15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1" name="矩形: 圆角 380">
              <a:extLst>
                <a:ext uri="{FF2B5EF4-FFF2-40B4-BE49-F238E27FC236}">
                  <a16:creationId xmlns:a16="http://schemas.microsoft.com/office/drawing/2014/main" id="{6389BDFD-4630-6591-158F-28C4C98F3AAF}"/>
                </a:ext>
              </a:extLst>
            </p:cNvPr>
            <p:cNvSpPr/>
            <p:nvPr/>
          </p:nvSpPr>
          <p:spPr>
            <a:xfrm>
              <a:off x="2057400" y="1524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2" name="矩形: 圆角 381">
              <a:extLst>
                <a:ext uri="{FF2B5EF4-FFF2-40B4-BE49-F238E27FC236}">
                  <a16:creationId xmlns:a16="http://schemas.microsoft.com/office/drawing/2014/main" id="{6DA0DFFA-08A9-322B-DE7B-DBE337F43804}"/>
                </a:ext>
              </a:extLst>
            </p:cNvPr>
            <p:cNvSpPr/>
            <p:nvPr/>
          </p:nvSpPr>
          <p:spPr>
            <a:xfrm>
              <a:off x="2476500" y="1524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3" name="矩形: 圆角 382">
              <a:extLst>
                <a:ext uri="{FF2B5EF4-FFF2-40B4-BE49-F238E27FC236}">
                  <a16:creationId xmlns:a16="http://schemas.microsoft.com/office/drawing/2014/main" id="{1A28D43E-B59D-0543-504A-5B6AE7BC7BE0}"/>
                </a:ext>
              </a:extLst>
            </p:cNvPr>
            <p:cNvSpPr/>
            <p:nvPr/>
          </p:nvSpPr>
          <p:spPr>
            <a:xfrm>
              <a:off x="2895600" y="1524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88" name="矩形: 圆角 1087">
              <a:extLst>
                <a:ext uri="{FF2B5EF4-FFF2-40B4-BE49-F238E27FC236}">
                  <a16:creationId xmlns:a16="http://schemas.microsoft.com/office/drawing/2014/main" id="{540BE24C-5640-75DE-8D3B-8ACCD1F09C56}"/>
                </a:ext>
              </a:extLst>
            </p:cNvPr>
            <p:cNvSpPr/>
            <p:nvPr/>
          </p:nvSpPr>
          <p:spPr>
            <a:xfrm>
              <a:off x="3314700" y="1524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89" name="矩形: 圆角 1088">
              <a:extLst>
                <a:ext uri="{FF2B5EF4-FFF2-40B4-BE49-F238E27FC236}">
                  <a16:creationId xmlns:a16="http://schemas.microsoft.com/office/drawing/2014/main" id="{EE13B301-43EA-6B7E-2840-B84BE3614D50}"/>
                </a:ext>
              </a:extLst>
            </p:cNvPr>
            <p:cNvSpPr/>
            <p:nvPr/>
          </p:nvSpPr>
          <p:spPr>
            <a:xfrm>
              <a:off x="3733800" y="1524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0" name="矩形: 圆角 1089">
              <a:extLst>
                <a:ext uri="{FF2B5EF4-FFF2-40B4-BE49-F238E27FC236}">
                  <a16:creationId xmlns:a16="http://schemas.microsoft.com/office/drawing/2014/main" id="{3A5E8758-AF26-7C56-373E-DC3C0B6B09C0}"/>
                </a:ext>
              </a:extLst>
            </p:cNvPr>
            <p:cNvSpPr/>
            <p:nvPr/>
          </p:nvSpPr>
          <p:spPr>
            <a:xfrm>
              <a:off x="381000" y="1905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1" name="矩形: 圆角 1090">
              <a:extLst>
                <a:ext uri="{FF2B5EF4-FFF2-40B4-BE49-F238E27FC236}">
                  <a16:creationId xmlns:a16="http://schemas.microsoft.com/office/drawing/2014/main" id="{DC585C6D-62E1-1D38-C88A-4ABB1C8300D2}"/>
                </a:ext>
              </a:extLst>
            </p:cNvPr>
            <p:cNvSpPr/>
            <p:nvPr/>
          </p:nvSpPr>
          <p:spPr>
            <a:xfrm>
              <a:off x="800100" y="1905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2" name="矩形: 圆角 1091">
              <a:extLst>
                <a:ext uri="{FF2B5EF4-FFF2-40B4-BE49-F238E27FC236}">
                  <a16:creationId xmlns:a16="http://schemas.microsoft.com/office/drawing/2014/main" id="{6D238A86-2938-14B0-8EB9-D72F5DDCD812}"/>
                </a:ext>
              </a:extLst>
            </p:cNvPr>
            <p:cNvSpPr/>
            <p:nvPr/>
          </p:nvSpPr>
          <p:spPr>
            <a:xfrm>
              <a:off x="1219200" y="1905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3" name="矩形: 圆角 1092">
              <a:extLst>
                <a:ext uri="{FF2B5EF4-FFF2-40B4-BE49-F238E27FC236}">
                  <a16:creationId xmlns:a16="http://schemas.microsoft.com/office/drawing/2014/main" id="{0E0788CC-6D30-968F-433E-907718BF4B0F}"/>
                </a:ext>
              </a:extLst>
            </p:cNvPr>
            <p:cNvSpPr/>
            <p:nvPr/>
          </p:nvSpPr>
          <p:spPr>
            <a:xfrm>
              <a:off x="1638300" y="1905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4" name="矩形: 圆角 1093">
              <a:extLst>
                <a:ext uri="{FF2B5EF4-FFF2-40B4-BE49-F238E27FC236}">
                  <a16:creationId xmlns:a16="http://schemas.microsoft.com/office/drawing/2014/main" id="{F9E02448-8E03-FFDB-3839-D79A31BE48BF}"/>
                </a:ext>
              </a:extLst>
            </p:cNvPr>
            <p:cNvSpPr/>
            <p:nvPr/>
          </p:nvSpPr>
          <p:spPr>
            <a:xfrm>
              <a:off x="2057400" y="1905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6BBB2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 b="1">
                  <a:solidFill>
                    <a:srgbClr val="141414"/>
                  </a:solidFill>
                  <a:latin typeface="Arial" panose="020B0604020202020204" pitchFamily="34" charset="0"/>
                </a:rPr>
                <a:t>1</a:t>
              </a:r>
              <a:endParaRPr lang="zh-CN" altLang="en-US" sz="15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5" name="矩形: 圆角 1094">
              <a:extLst>
                <a:ext uri="{FF2B5EF4-FFF2-40B4-BE49-F238E27FC236}">
                  <a16:creationId xmlns:a16="http://schemas.microsoft.com/office/drawing/2014/main" id="{CFB3147C-810E-8E17-4E2D-69FEF2C75F13}"/>
                </a:ext>
              </a:extLst>
            </p:cNvPr>
            <p:cNvSpPr/>
            <p:nvPr/>
          </p:nvSpPr>
          <p:spPr>
            <a:xfrm>
              <a:off x="2476500" y="1905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6" name="矩形: 圆角 1095">
              <a:extLst>
                <a:ext uri="{FF2B5EF4-FFF2-40B4-BE49-F238E27FC236}">
                  <a16:creationId xmlns:a16="http://schemas.microsoft.com/office/drawing/2014/main" id="{89FDF295-C607-ED4B-8394-E3AC8F0BC539}"/>
                </a:ext>
              </a:extLst>
            </p:cNvPr>
            <p:cNvSpPr/>
            <p:nvPr/>
          </p:nvSpPr>
          <p:spPr>
            <a:xfrm>
              <a:off x="2895600" y="1905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7" name="矩形: 圆角 1096">
              <a:extLst>
                <a:ext uri="{FF2B5EF4-FFF2-40B4-BE49-F238E27FC236}">
                  <a16:creationId xmlns:a16="http://schemas.microsoft.com/office/drawing/2014/main" id="{ED963415-C16C-7E7E-0DC6-FF866BF28B4E}"/>
                </a:ext>
              </a:extLst>
            </p:cNvPr>
            <p:cNvSpPr/>
            <p:nvPr/>
          </p:nvSpPr>
          <p:spPr>
            <a:xfrm>
              <a:off x="3314700" y="1905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1F4F6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>
                  <a:solidFill>
                    <a:srgbClr val="141414"/>
                  </a:solidFill>
                  <a:latin typeface="Arial" panose="020B0604020202020204" pitchFamily="34" charset="0"/>
                </a:rPr>
                <a:t>0</a:t>
              </a:r>
              <a:endParaRPr lang="zh-CN" altLang="en-US" sz="1500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8" name="矩形: 圆角 1097">
              <a:extLst>
                <a:ext uri="{FF2B5EF4-FFF2-40B4-BE49-F238E27FC236}">
                  <a16:creationId xmlns:a16="http://schemas.microsoft.com/office/drawing/2014/main" id="{8698A17E-C605-C5AE-4443-0846C869A31E}"/>
                </a:ext>
              </a:extLst>
            </p:cNvPr>
            <p:cNvSpPr/>
            <p:nvPr/>
          </p:nvSpPr>
          <p:spPr>
            <a:xfrm>
              <a:off x="3733800" y="1905000"/>
              <a:ext cx="381000" cy="304800"/>
            </a:xfrm>
            <a:prstGeom prst="roundRect">
              <a:avLst>
                <a:gd name="adj" fmla="val 15000"/>
              </a:avLst>
            </a:prstGeom>
            <a:solidFill>
              <a:srgbClr val="F6BBB2"/>
            </a:solidFill>
            <a:ln w="1079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500" b="1">
                  <a:solidFill>
                    <a:srgbClr val="141414"/>
                  </a:solidFill>
                  <a:latin typeface="Arial" panose="020B0604020202020204" pitchFamily="34" charset="0"/>
                </a:rPr>
                <a:t>1</a:t>
              </a:r>
              <a:endParaRPr lang="zh-CN" altLang="en-US" sz="1500" b="1">
                <a:solidFill>
                  <a:srgbClr val="141414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48" name="ModuleBlock">
            <a:extLst>
              <a:ext uri="{FF2B5EF4-FFF2-40B4-BE49-F238E27FC236}">
                <a16:creationId xmlns:a16="http://schemas.microsoft.com/office/drawing/2014/main" id="{8A24D70A-BA0A-212B-00A6-D0BDEE8FC927}"/>
              </a:ext>
            </a:extLst>
          </p:cNvPr>
          <p:cNvGrpSpPr/>
          <p:nvPr/>
        </p:nvGrpSpPr>
        <p:grpSpPr>
          <a:xfrm>
            <a:off x="7979074" y="1007039"/>
            <a:ext cx="1622462" cy="2574526"/>
            <a:chOff x="1949635" y="4149158"/>
            <a:chExt cx="3474216" cy="6711487"/>
          </a:xfrm>
        </p:grpSpPr>
        <p:sp>
          <p:nvSpPr>
            <p:cNvPr id="175" name="box_front">
              <a:extLst>
                <a:ext uri="{FF2B5EF4-FFF2-40B4-BE49-F238E27FC236}">
                  <a16:creationId xmlns:a16="http://schemas.microsoft.com/office/drawing/2014/main" id="{39F834AB-DFCE-9F8E-6AF0-475E45517DF8}"/>
                </a:ext>
              </a:extLst>
            </p:cNvPr>
            <p:cNvSpPr/>
            <p:nvPr/>
          </p:nvSpPr>
          <p:spPr>
            <a:xfrm>
              <a:off x="1949635" y="4149158"/>
              <a:ext cx="3474216" cy="6711487"/>
            </a:xfrm>
            <a:prstGeom prst="roundRect">
              <a:avLst>
                <a:gd name="adj" fmla="val 8000"/>
              </a:avLst>
            </a:prstGeom>
            <a:solidFill>
              <a:srgbClr val="F5F7F8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module_green">
              <a:extLst>
                <a:ext uri="{FF2B5EF4-FFF2-40B4-BE49-F238E27FC236}">
                  <a16:creationId xmlns:a16="http://schemas.microsoft.com/office/drawing/2014/main" id="{D5C77FE4-2C50-3E3F-5C02-1B90D34C2B48}"/>
                </a:ext>
              </a:extLst>
            </p:cNvPr>
            <p:cNvSpPr/>
            <p:nvPr/>
          </p:nvSpPr>
          <p:spPr>
            <a:xfrm>
              <a:off x="2197951" y="4658347"/>
              <a:ext cx="2983641" cy="5574461"/>
            </a:xfrm>
            <a:prstGeom prst="roundRect">
              <a:avLst>
                <a:gd name="adj" fmla="val 12167"/>
              </a:avLst>
            </a:prstGeom>
            <a:solidFill>
              <a:srgbClr val="F1F3F7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module_orange1">
              <a:extLst>
                <a:ext uri="{FF2B5EF4-FFF2-40B4-BE49-F238E27FC236}">
                  <a16:creationId xmlns:a16="http://schemas.microsoft.com/office/drawing/2014/main" id="{F45FF70E-9AC5-ECAB-BFE1-6EE50B4AB9AD}"/>
                </a:ext>
              </a:extLst>
            </p:cNvPr>
            <p:cNvSpPr/>
            <p:nvPr/>
          </p:nvSpPr>
          <p:spPr>
            <a:xfrm>
              <a:off x="2325386" y="7816087"/>
              <a:ext cx="2654248" cy="715644"/>
            </a:xfrm>
            <a:prstGeom prst="roundRect">
              <a:avLst>
                <a:gd name="adj" fmla="val 35196"/>
              </a:avLst>
            </a:prstGeom>
            <a:solidFill>
              <a:srgbClr val="E8EDF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4" name="module_orange2">
              <a:extLst>
                <a:ext uri="{FF2B5EF4-FFF2-40B4-BE49-F238E27FC236}">
                  <a16:creationId xmlns:a16="http://schemas.microsoft.com/office/drawing/2014/main" id="{9CACBC9D-D152-25D5-8B1D-9AACC5E2DB48}"/>
                </a:ext>
              </a:extLst>
            </p:cNvPr>
            <p:cNvSpPr/>
            <p:nvPr/>
          </p:nvSpPr>
          <p:spPr>
            <a:xfrm>
              <a:off x="2378882" y="8986586"/>
              <a:ext cx="2654248" cy="715643"/>
            </a:xfrm>
            <a:prstGeom prst="roundRect">
              <a:avLst>
                <a:gd name="adj" fmla="val 29645"/>
              </a:avLst>
            </a:prstGeom>
            <a:solidFill>
              <a:srgbClr val="E8EDF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2" name="矩形: 圆角 331">
            <a:extLst>
              <a:ext uri="{FF2B5EF4-FFF2-40B4-BE49-F238E27FC236}">
                <a16:creationId xmlns:a16="http://schemas.microsoft.com/office/drawing/2014/main" id="{9802BD00-813B-6C30-558C-B6B176732554}"/>
              </a:ext>
            </a:extLst>
          </p:cNvPr>
          <p:cNvSpPr/>
          <p:nvPr/>
        </p:nvSpPr>
        <p:spPr>
          <a:xfrm>
            <a:off x="10279601" y="2939802"/>
            <a:ext cx="1251314" cy="680355"/>
          </a:xfrm>
          <a:prstGeom prst="roundRect">
            <a:avLst>
              <a:gd name="adj" fmla="val 22000"/>
            </a:avLst>
          </a:prstGeom>
          <a:solidFill>
            <a:srgbClr val="C4E9E3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tri3">
            <a:extLst>
              <a:ext uri="{FF2B5EF4-FFF2-40B4-BE49-F238E27FC236}">
                <a16:creationId xmlns:a16="http://schemas.microsoft.com/office/drawing/2014/main" id="{B4427904-8446-FFC4-A6D4-B7206B64093A}"/>
              </a:ext>
            </a:extLst>
          </p:cNvPr>
          <p:cNvSpPr/>
          <p:nvPr/>
        </p:nvSpPr>
        <p:spPr>
          <a:xfrm rot="5400000">
            <a:off x="5524544" y="1701796"/>
            <a:ext cx="431800" cy="431800"/>
          </a:xfrm>
          <a:prstGeom prst="triangle">
            <a:avLst/>
          </a:prstGeom>
          <a:solidFill>
            <a:srgbClr val="DEE2EB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tri3_text">
            <a:extLst>
              <a:ext uri="{FF2B5EF4-FFF2-40B4-BE49-F238E27FC236}">
                <a16:creationId xmlns:a16="http://schemas.microsoft.com/office/drawing/2014/main" id="{98A6CA04-F66A-26D4-4428-E290B8BF3F7D}"/>
              </a:ext>
            </a:extLst>
          </p:cNvPr>
          <p:cNvSpPr txBox="1"/>
          <p:nvPr/>
        </p:nvSpPr>
        <p:spPr>
          <a:xfrm>
            <a:off x="5549903" y="1790690"/>
            <a:ext cx="254000" cy="25400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" name="tri5">
            <a:extLst>
              <a:ext uri="{FF2B5EF4-FFF2-40B4-BE49-F238E27FC236}">
                <a16:creationId xmlns:a16="http://schemas.microsoft.com/office/drawing/2014/main" id="{FFCB252E-569A-E8E9-C852-078B2E3068EB}"/>
              </a:ext>
            </a:extLst>
          </p:cNvPr>
          <p:cNvSpPr/>
          <p:nvPr/>
        </p:nvSpPr>
        <p:spPr>
          <a:xfrm rot="5400000">
            <a:off x="5524445" y="2247878"/>
            <a:ext cx="431800" cy="431800"/>
          </a:xfrm>
          <a:prstGeom prst="triangle">
            <a:avLst/>
          </a:prstGeom>
          <a:solidFill>
            <a:srgbClr val="C4CCDB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tri5_text">
            <a:extLst>
              <a:ext uri="{FF2B5EF4-FFF2-40B4-BE49-F238E27FC236}">
                <a16:creationId xmlns:a16="http://schemas.microsoft.com/office/drawing/2014/main" id="{73B9A5D9-1F8E-8680-9138-9D4751222946}"/>
              </a:ext>
            </a:extLst>
          </p:cNvPr>
          <p:cNvSpPr txBox="1"/>
          <p:nvPr/>
        </p:nvSpPr>
        <p:spPr>
          <a:xfrm>
            <a:off x="5549914" y="2336754"/>
            <a:ext cx="25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2" name="tri7">
            <a:extLst>
              <a:ext uri="{FF2B5EF4-FFF2-40B4-BE49-F238E27FC236}">
                <a16:creationId xmlns:a16="http://schemas.microsoft.com/office/drawing/2014/main" id="{3698FCDA-AA93-04E6-46F2-EAD8355BC478}"/>
              </a:ext>
            </a:extLst>
          </p:cNvPr>
          <p:cNvSpPr/>
          <p:nvPr/>
        </p:nvSpPr>
        <p:spPr>
          <a:xfrm rot="5400000">
            <a:off x="5524444" y="2793944"/>
            <a:ext cx="431800" cy="431800"/>
          </a:xfrm>
          <a:prstGeom prst="triangle">
            <a:avLst/>
          </a:prstGeom>
          <a:solidFill>
            <a:srgbClr val="9FABC5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tri7_text">
            <a:extLst>
              <a:ext uri="{FF2B5EF4-FFF2-40B4-BE49-F238E27FC236}">
                <a16:creationId xmlns:a16="http://schemas.microsoft.com/office/drawing/2014/main" id="{03A3DBEC-4218-5C88-9F52-4C9E04CC2D1D}"/>
              </a:ext>
            </a:extLst>
          </p:cNvPr>
          <p:cNvSpPr txBox="1"/>
          <p:nvPr/>
        </p:nvSpPr>
        <p:spPr>
          <a:xfrm>
            <a:off x="5549848" y="2882954"/>
            <a:ext cx="254000" cy="254000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7CA53330-CF92-CCE8-814B-3FF8C81A77D8}"/>
              </a:ext>
            </a:extLst>
          </p:cNvPr>
          <p:cNvCxnSpPr>
            <a:cxnSpLocks/>
          </p:cNvCxnSpPr>
          <p:nvPr/>
        </p:nvCxnSpPr>
        <p:spPr>
          <a:xfrm>
            <a:off x="5283157" y="1193794"/>
            <a:ext cx="0" cy="1816100"/>
          </a:xfrm>
          <a:prstGeom prst="line">
            <a:avLst/>
          </a:prstGeom>
          <a:ln w="22860" cap="flat" cmpd="sng">
            <a:solidFill>
              <a:srgbClr val="39434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15744276-648E-7FBE-8A34-A56D9B7D8BD9}"/>
              </a:ext>
            </a:extLst>
          </p:cNvPr>
          <p:cNvCxnSpPr>
            <a:cxnSpLocks/>
          </p:cNvCxnSpPr>
          <p:nvPr/>
        </p:nvCxnSpPr>
        <p:spPr>
          <a:xfrm>
            <a:off x="5283175" y="3009917"/>
            <a:ext cx="241300" cy="0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A600C9A1-D49C-2A39-8CEA-F7A05498541F}"/>
              </a:ext>
            </a:extLst>
          </p:cNvPr>
          <p:cNvCxnSpPr>
            <a:cxnSpLocks/>
          </p:cNvCxnSpPr>
          <p:nvPr/>
        </p:nvCxnSpPr>
        <p:spPr>
          <a:xfrm>
            <a:off x="5283229" y="1917707"/>
            <a:ext cx="241300" cy="0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63A8DF08-924E-4252-5736-D7B67BF97B63}"/>
              </a:ext>
            </a:extLst>
          </p:cNvPr>
          <p:cNvCxnSpPr>
            <a:cxnSpLocks/>
          </p:cNvCxnSpPr>
          <p:nvPr/>
        </p:nvCxnSpPr>
        <p:spPr>
          <a:xfrm>
            <a:off x="5956293" y="1917689"/>
            <a:ext cx="267843" cy="0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433A14ED-B75D-1308-063D-702F7962C59D}"/>
              </a:ext>
            </a:extLst>
          </p:cNvPr>
          <p:cNvCxnSpPr>
            <a:cxnSpLocks/>
          </p:cNvCxnSpPr>
          <p:nvPr/>
        </p:nvCxnSpPr>
        <p:spPr>
          <a:xfrm>
            <a:off x="5956293" y="2463863"/>
            <a:ext cx="267843" cy="0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9B1F4D58-608D-CC14-240E-3AC815DF231B}"/>
              </a:ext>
            </a:extLst>
          </p:cNvPr>
          <p:cNvCxnSpPr>
            <a:cxnSpLocks/>
          </p:cNvCxnSpPr>
          <p:nvPr/>
        </p:nvCxnSpPr>
        <p:spPr>
          <a:xfrm>
            <a:off x="5956348" y="3009884"/>
            <a:ext cx="267843" cy="0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1F6B210-7AC8-1611-4BBE-BA3380C7F748}"/>
              </a:ext>
            </a:extLst>
          </p:cNvPr>
          <p:cNvGrpSpPr/>
          <p:nvPr/>
        </p:nvGrpSpPr>
        <p:grpSpPr>
          <a:xfrm>
            <a:off x="508000" y="25400"/>
            <a:ext cx="355600" cy="317500"/>
            <a:chOff x="262063" y="660968"/>
            <a:chExt cx="355600" cy="31750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6F46916-2588-BC6B-8954-7EAC98F8DB31}"/>
                </a:ext>
              </a:extLst>
            </p:cNvPr>
            <p:cNvSpPr txBox="1"/>
            <p:nvPr/>
          </p:nvSpPr>
          <p:spPr>
            <a:xfrm>
              <a:off x="262063" y="660968"/>
              <a:ext cx="355600" cy="317500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r>
                <a:rPr lang="en-US" altLang="zh-CN" sz="1800" b="1">
                  <a:latin typeface="Arial" panose="020B0604020202020204" pitchFamily="34" charset="0"/>
                </a:rPr>
                <a:t>a</a:t>
              </a:r>
              <a:endParaRPr lang="zh-CN" altLang="en-US" sz="18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497176F-9CC0-F539-AE12-D7D644699341}"/>
              </a:ext>
            </a:extLst>
          </p:cNvPr>
          <p:cNvGrpSpPr/>
          <p:nvPr/>
        </p:nvGrpSpPr>
        <p:grpSpPr>
          <a:xfrm>
            <a:off x="508000" y="4279900"/>
            <a:ext cx="355600" cy="317500"/>
            <a:chOff x="262063" y="660482"/>
            <a:chExt cx="355600" cy="317500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2790A59-AB25-A68B-9703-FC77C826C80C}"/>
                </a:ext>
              </a:extLst>
            </p:cNvPr>
            <p:cNvSpPr txBox="1"/>
            <p:nvPr/>
          </p:nvSpPr>
          <p:spPr>
            <a:xfrm>
              <a:off x="262063" y="660482"/>
              <a:ext cx="355600" cy="317500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r>
                <a:rPr lang="en-US" altLang="zh-CN" sz="1800" b="1">
                  <a:latin typeface="Arial" panose="020B0604020202020204" pitchFamily="34" charset="0"/>
                </a:rPr>
                <a:t>b</a:t>
              </a:r>
              <a:endParaRPr lang="zh-CN" altLang="en-US" sz="18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AD80ABC-D283-5D56-543B-A4C0441F9D9D}"/>
              </a:ext>
            </a:extLst>
          </p:cNvPr>
          <p:cNvGrpSpPr/>
          <p:nvPr/>
        </p:nvGrpSpPr>
        <p:grpSpPr>
          <a:xfrm>
            <a:off x="7543800" y="4279900"/>
            <a:ext cx="355600" cy="317500"/>
            <a:chOff x="262063" y="573398"/>
            <a:chExt cx="355600" cy="317500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E3442D9-F1F1-A501-F5C9-EC8AD3938177}"/>
                </a:ext>
              </a:extLst>
            </p:cNvPr>
            <p:cNvSpPr txBox="1"/>
            <p:nvPr/>
          </p:nvSpPr>
          <p:spPr>
            <a:xfrm>
              <a:off x="262063" y="573398"/>
              <a:ext cx="355600" cy="317500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r>
                <a:rPr lang="en-US" altLang="zh-CN" sz="1800" b="1">
                  <a:latin typeface="Arial" panose="020B0604020202020204" pitchFamily="34" charset="0"/>
                </a:rPr>
                <a:t>c</a:t>
              </a:r>
              <a:endParaRPr lang="zh-CN" altLang="en-US" sz="1800" b="1">
                <a:latin typeface="Arial" panose="020B0604020202020204" pitchFamily="34" charset="0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3775F80-B893-2A14-A9CC-E42D3732BF94}"/>
              </a:ext>
            </a:extLst>
          </p:cNvPr>
          <p:cNvGrpSpPr/>
          <p:nvPr/>
        </p:nvGrpSpPr>
        <p:grpSpPr>
          <a:xfrm>
            <a:off x="508000" y="7988300"/>
            <a:ext cx="355600" cy="317500"/>
            <a:chOff x="179655" y="725795"/>
            <a:chExt cx="355600" cy="317500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48F7630D-CA84-D724-111A-690E4E979AEF}"/>
                </a:ext>
              </a:extLst>
            </p:cNvPr>
            <p:cNvSpPr txBox="1"/>
            <p:nvPr/>
          </p:nvSpPr>
          <p:spPr>
            <a:xfrm>
              <a:off x="179655" y="725795"/>
              <a:ext cx="355600" cy="317500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r>
                <a:rPr lang="en-US" altLang="zh-CN" sz="1800" b="1">
                  <a:latin typeface="Arial" panose="020B0604020202020204" pitchFamily="34" charset="0"/>
                </a:rPr>
                <a:t>d</a:t>
              </a:r>
              <a:endParaRPr lang="zh-CN" altLang="en-US" sz="1800" b="1">
                <a:latin typeface="Arial" panose="020B0604020202020204" pitchFamily="34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3A3D64E-921B-EAC7-28A6-8E389730491B}"/>
              </a:ext>
            </a:extLst>
          </p:cNvPr>
          <p:cNvGrpSpPr/>
          <p:nvPr/>
        </p:nvGrpSpPr>
        <p:grpSpPr>
          <a:xfrm>
            <a:off x="7543800" y="7988300"/>
            <a:ext cx="355600" cy="317500"/>
            <a:chOff x="262063" y="573397"/>
            <a:chExt cx="355600" cy="317500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6A39A27-F57B-2E05-C217-86DBA2CE6B72}"/>
                </a:ext>
              </a:extLst>
            </p:cNvPr>
            <p:cNvSpPr txBox="1"/>
            <p:nvPr/>
          </p:nvSpPr>
          <p:spPr>
            <a:xfrm>
              <a:off x="262063" y="573397"/>
              <a:ext cx="355600" cy="317500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r>
                <a:rPr lang="en-US" altLang="zh-CN" sz="1800" b="1">
                  <a:latin typeface="Arial" panose="020B0604020202020204" pitchFamily="34" charset="0"/>
                </a:rPr>
                <a:t>e</a:t>
              </a:r>
              <a:endParaRPr lang="zh-CN" altLang="en-US" sz="1800" b="1">
                <a:latin typeface="Arial" panose="020B0604020202020204" pitchFamily="34" charset="0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5C06930-6F4E-DD30-72AB-92677A420767}"/>
              </a:ext>
            </a:extLst>
          </p:cNvPr>
          <p:cNvGrpSpPr/>
          <p:nvPr/>
        </p:nvGrpSpPr>
        <p:grpSpPr>
          <a:xfrm>
            <a:off x="7543800" y="10045700"/>
            <a:ext cx="355600" cy="317500"/>
            <a:chOff x="301377" y="573321"/>
            <a:chExt cx="355600" cy="317500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6EA046B-110F-80E9-7E41-60521B4705A2}"/>
                </a:ext>
              </a:extLst>
            </p:cNvPr>
            <p:cNvSpPr txBox="1"/>
            <p:nvPr/>
          </p:nvSpPr>
          <p:spPr>
            <a:xfrm>
              <a:off x="301377" y="573321"/>
              <a:ext cx="355600" cy="317500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noAutofit/>
            </a:bodyPr>
            <a:lstStyle/>
            <a:p>
              <a:r>
                <a:rPr lang="en-US" altLang="zh-CN" sz="1800" b="1">
                  <a:latin typeface="Arial" panose="020B0604020202020204" pitchFamily="34" charset="0"/>
                </a:rPr>
                <a:t>f</a:t>
              </a:r>
              <a:endParaRPr lang="zh-CN" altLang="en-US" sz="1800" b="1">
                <a:latin typeface="Arial" panose="020B0604020202020204" pitchFamily="34" charset="0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48EC81B-F572-BF4F-76FB-B9CFB79BC79C}"/>
              </a:ext>
            </a:extLst>
          </p:cNvPr>
          <p:cNvSpPr txBox="1"/>
          <p:nvPr/>
        </p:nvSpPr>
        <p:spPr>
          <a:xfrm>
            <a:off x="876832" y="428445"/>
            <a:ext cx="1853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Input Data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A3A289-22D0-E92E-FF5F-BBF4F8CF6818}"/>
              </a:ext>
            </a:extLst>
          </p:cNvPr>
          <p:cNvSpPr txBox="1"/>
          <p:nvPr/>
        </p:nvSpPr>
        <p:spPr>
          <a:xfrm>
            <a:off x="2850988" y="360707"/>
            <a:ext cx="1778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Input Feature Encoding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B7EAB34-9FB5-56BD-E9D3-F61BB3040F29}"/>
              </a:ext>
            </a:extLst>
          </p:cNvPr>
          <p:cNvSpPr txBox="1"/>
          <p:nvPr/>
        </p:nvSpPr>
        <p:spPr>
          <a:xfrm>
            <a:off x="2858611" y="991933"/>
            <a:ext cx="177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One-Hot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1E1AB82-22E8-8EDA-3945-C2EA5ACAD9AA}"/>
              </a:ext>
            </a:extLst>
          </p:cNvPr>
          <p:cNvSpPr txBox="1"/>
          <p:nvPr/>
        </p:nvSpPr>
        <p:spPr>
          <a:xfrm>
            <a:off x="583691" y="920528"/>
            <a:ext cx="1778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Sequence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DE2DAD7-BA91-E5EA-98AB-4E2851D2D004}"/>
              </a:ext>
            </a:extLst>
          </p:cNvPr>
          <p:cNvSpPr txBox="1"/>
          <p:nvPr/>
        </p:nvSpPr>
        <p:spPr>
          <a:xfrm>
            <a:off x="238178" y="3620158"/>
            <a:ext cx="2554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PhyloP Conservation Signal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11CFFCE-3185-D9AD-708D-31597397DCB9}"/>
              </a:ext>
            </a:extLst>
          </p:cNvPr>
          <p:cNvSpPr txBox="1"/>
          <p:nvPr/>
        </p:nvSpPr>
        <p:spPr>
          <a:xfrm>
            <a:off x="2190190" y="3823922"/>
            <a:ext cx="3038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5-Channel Feature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F4BE83C-D093-7F24-1DF7-9C65E4857E5E}"/>
              </a:ext>
            </a:extLst>
          </p:cNvPr>
          <p:cNvSpPr txBox="1"/>
          <p:nvPr/>
        </p:nvSpPr>
        <p:spPr>
          <a:xfrm rot="16200000">
            <a:off x="299790" y="3041045"/>
            <a:ext cx="692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score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3DCD56C-A35D-8850-2C77-EFEC5BCA1E88}"/>
              </a:ext>
            </a:extLst>
          </p:cNvPr>
          <p:cNvCxnSpPr>
            <a:cxnSpLocks/>
          </p:cNvCxnSpPr>
          <p:nvPr/>
        </p:nvCxnSpPr>
        <p:spPr>
          <a:xfrm>
            <a:off x="2254245" y="3285674"/>
            <a:ext cx="919353" cy="0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305B605-3B1E-D179-F11B-6EB81D72A2D1}"/>
              </a:ext>
            </a:extLst>
          </p:cNvPr>
          <p:cNvCxnSpPr>
            <a:cxnSpLocks/>
          </p:cNvCxnSpPr>
          <p:nvPr/>
        </p:nvCxnSpPr>
        <p:spPr>
          <a:xfrm>
            <a:off x="3755492" y="2360307"/>
            <a:ext cx="0" cy="385318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BE21A81F-8B8C-98B4-22E2-549FE4E8A614}"/>
              </a:ext>
            </a:extLst>
          </p:cNvPr>
          <p:cNvCxnSpPr>
            <a:cxnSpLocks/>
          </p:cNvCxnSpPr>
          <p:nvPr/>
        </p:nvCxnSpPr>
        <p:spPr>
          <a:xfrm>
            <a:off x="2298725" y="1739957"/>
            <a:ext cx="641858" cy="0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C113B992-FD7B-1B14-8067-8E403CB1BA14}"/>
              </a:ext>
            </a:extLst>
          </p:cNvPr>
          <p:cNvCxnSpPr>
            <a:cxnSpLocks/>
          </p:cNvCxnSpPr>
          <p:nvPr/>
        </p:nvCxnSpPr>
        <p:spPr>
          <a:xfrm flipV="1">
            <a:off x="4255845" y="2463847"/>
            <a:ext cx="1268603" cy="821817"/>
          </a:xfrm>
          <a:prstGeom prst="bentConnector3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A064327E-3793-42DF-51FF-766F8D255EF9}"/>
              </a:ext>
            </a:extLst>
          </p:cNvPr>
          <p:cNvGrpSpPr/>
          <p:nvPr/>
        </p:nvGrpSpPr>
        <p:grpSpPr>
          <a:xfrm>
            <a:off x="7892973" y="1386613"/>
            <a:ext cx="1778001" cy="1732855"/>
            <a:chOff x="7904599" y="2517583"/>
            <a:chExt cx="1778001" cy="1766244"/>
          </a:xfrm>
        </p:grpSpPr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8A686014-24E8-35CB-F29A-209D30687ACD}"/>
                </a:ext>
              </a:extLst>
            </p:cNvPr>
            <p:cNvSpPr txBox="1"/>
            <p:nvPr/>
          </p:nvSpPr>
          <p:spPr>
            <a:xfrm>
              <a:off x="7904599" y="2517583"/>
              <a:ext cx="1778001" cy="492443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spAutoFit/>
            </a:bodyPr>
            <a:lstStyle/>
            <a:p>
              <a:pPr algn="ctr"/>
              <a:r>
                <a:rPr lang="en-US" altLang="zh-CN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Bidirectional</a:t>
              </a:r>
              <a:br>
                <a:rPr lang="en-US" altLang="zh-CN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GRU</a:t>
              </a:r>
              <a:endPara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18397A3D-65C1-CDC0-D9E1-27E28CCD2938}"/>
                </a:ext>
              </a:extLst>
            </p:cNvPr>
            <p:cNvCxnSpPr>
              <a:cxnSpLocks/>
            </p:cNvCxnSpPr>
            <p:nvPr/>
          </p:nvCxnSpPr>
          <p:spPr>
            <a:xfrm>
              <a:off x="8406303" y="3071817"/>
              <a:ext cx="825500" cy="0"/>
            </a:xfrm>
            <a:prstGeom prst="straightConnector1">
              <a:avLst/>
            </a:prstGeom>
            <a:ln w="22860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0D2239D4-6DBA-30A5-8496-AED15E95D6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6321" y="3227159"/>
              <a:ext cx="825500" cy="0"/>
            </a:xfrm>
            <a:prstGeom prst="straightConnector1">
              <a:avLst/>
            </a:prstGeom>
            <a:ln w="22860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C76BB1B1-91B1-0C2E-E317-50E083BDEF1E}"/>
                </a:ext>
              </a:extLst>
            </p:cNvPr>
            <p:cNvCxnSpPr>
              <a:cxnSpLocks/>
            </p:cNvCxnSpPr>
            <p:nvPr/>
          </p:nvCxnSpPr>
          <p:spPr>
            <a:xfrm>
              <a:off x="8800068" y="3317856"/>
              <a:ext cx="0" cy="246597"/>
            </a:xfrm>
            <a:prstGeom prst="straightConnector1">
              <a:avLst/>
            </a:prstGeom>
            <a:ln w="22860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868AC7B8-CE59-F52F-A612-7C9A32E19ACD}"/>
                </a:ext>
              </a:extLst>
            </p:cNvPr>
            <p:cNvCxnSpPr>
              <a:cxnSpLocks/>
            </p:cNvCxnSpPr>
            <p:nvPr/>
          </p:nvCxnSpPr>
          <p:spPr>
            <a:xfrm>
              <a:off x="8800024" y="3844303"/>
              <a:ext cx="0" cy="177860"/>
            </a:xfrm>
            <a:prstGeom prst="straightConnector1">
              <a:avLst/>
            </a:prstGeom>
            <a:ln w="22860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A3DF65D-DF29-D76C-7871-444F350AC6AC}"/>
                </a:ext>
              </a:extLst>
            </p:cNvPr>
            <p:cNvSpPr txBox="1"/>
            <p:nvPr/>
          </p:nvSpPr>
          <p:spPr>
            <a:xfrm>
              <a:off x="8273398" y="3554726"/>
              <a:ext cx="1062008" cy="282336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spAutoFit/>
            </a:bodyPr>
            <a:lstStyle/>
            <a:p>
              <a:pPr algn="ctr"/>
              <a:r>
                <a:rPr lang="en-US" altLang="zh-CN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LayerNorm</a:t>
              </a:r>
              <a:endPara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7A8C578C-0EA5-8923-850F-AD02CDE99E65}"/>
                </a:ext>
              </a:extLst>
            </p:cNvPr>
            <p:cNvSpPr txBox="1"/>
            <p:nvPr/>
          </p:nvSpPr>
          <p:spPr>
            <a:xfrm>
              <a:off x="8263470" y="4006828"/>
              <a:ext cx="1062008" cy="276999"/>
            </a:xfrm>
            <a:prstGeom prst="rect">
              <a:avLst/>
            </a:prstGeom>
            <a:noFill/>
          </p:spPr>
          <p:txBody>
            <a:bodyPr wrap="none" rtlCol="0" lIns="0" rIns="0" tIns="0" bIns="0" anchor="ctr">
              <a:spAutoFit/>
            </a:bodyPr>
            <a:lstStyle/>
            <a:p>
              <a:pPr algn="ctr"/>
              <a:r>
                <a:rPr lang="en-US" altLang="zh-CN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Dropout</a:t>
              </a:r>
              <a:endPara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C78EFBE7-0AF2-33E4-80E9-6286C6AE4991}"/>
              </a:ext>
            </a:extLst>
          </p:cNvPr>
          <p:cNvSpPr txBox="1"/>
          <p:nvPr/>
        </p:nvSpPr>
        <p:spPr>
          <a:xfrm>
            <a:off x="5706152" y="394766"/>
            <a:ext cx="375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Multi-Scale Motif &amp; Context</a:t>
            </a:r>
          </a:p>
        </p:txBody>
      </p: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9848D3C5-2FF1-8722-1169-0EEEF7360D66}"/>
              </a:ext>
            </a:extLst>
          </p:cNvPr>
          <p:cNvCxnSpPr>
            <a:cxnSpLocks/>
          </p:cNvCxnSpPr>
          <p:nvPr/>
        </p:nvCxnSpPr>
        <p:spPr>
          <a:xfrm>
            <a:off x="9880646" y="1477265"/>
            <a:ext cx="0" cy="1802702"/>
          </a:xfrm>
          <a:prstGeom prst="line">
            <a:avLst/>
          </a:prstGeom>
          <a:ln w="22860" cap="flat" cmpd="sng">
            <a:solidFill>
              <a:srgbClr val="39434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B76C228D-DB1A-A537-36E7-B4E2D2178F05}"/>
              </a:ext>
            </a:extLst>
          </p:cNvPr>
          <p:cNvCxnSpPr/>
          <p:nvPr/>
        </p:nvCxnSpPr>
        <p:spPr>
          <a:xfrm>
            <a:off x="9601465" y="2336806"/>
            <a:ext cx="279146" cy="0"/>
          </a:xfrm>
          <a:prstGeom prst="line">
            <a:avLst/>
          </a:prstGeom>
          <a:ln w="22860" cap="flat" cmpd="sng">
            <a:solidFill>
              <a:srgbClr val="39434B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3BBE0A5-6AFD-5749-CC73-C3831C24C8F3}"/>
              </a:ext>
            </a:extLst>
          </p:cNvPr>
          <p:cNvCxnSpPr>
            <a:cxnSpLocks/>
          </p:cNvCxnSpPr>
          <p:nvPr/>
        </p:nvCxnSpPr>
        <p:spPr>
          <a:xfrm>
            <a:off x="8788463" y="3137289"/>
            <a:ext cx="0" cy="203454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C2D2D385-D2E4-0F8D-6045-443490D36BDB}"/>
              </a:ext>
            </a:extLst>
          </p:cNvPr>
          <p:cNvCxnSpPr>
            <a:cxnSpLocks/>
          </p:cNvCxnSpPr>
          <p:nvPr/>
        </p:nvCxnSpPr>
        <p:spPr>
          <a:xfrm>
            <a:off x="9880567" y="1477264"/>
            <a:ext cx="399034" cy="0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561333FE-23F1-9208-D948-3A0E8F7AE317}"/>
              </a:ext>
            </a:extLst>
          </p:cNvPr>
          <p:cNvCxnSpPr>
            <a:cxnSpLocks/>
          </p:cNvCxnSpPr>
          <p:nvPr/>
        </p:nvCxnSpPr>
        <p:spPr>
          <a:xfrm>
            <a:off x="9880639" y="3279986"/>
            <a:ext cx="399034" cy="0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8" name="图片 107">
            <a:extLst>
              <a:ext uri="{FF2B5EF4-FFF2-40B4-BE49-F238E27FC236}">
                <a16:creationId xmlns:a16="http://schemas.microsoft.com/office/drawing/2014/main" id="{0FF07DA9-E1BB-67D9-FE1C-669313EA0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91380" y="1114776"/>
            <a:ext cx="1243976" cy="667672"/>
          </a:xfrm>
          <a:prstGeom prst="rect">
            <a:avLst/>
          </a:prstGeom>
        </p:spPr>
      </p:pic>
      <p:sp>
        <p:nvSpPr>
          <p:cNvPr id="113" name="文本框 112">
            <a:extLst>
              <a:ext uri="{FF2B5EF4-FFF2-40B4-BE49-F238E27FC236}">
                <a16:creationId xmlns:a16="http://schemas.microsoft.com/office/drawing/2014/main" id="{B9EC0FAA-91DD-2365-840E-093EE558AAE2}"/>
              </a:ext>
            </a:extLst>
          </p:cNvPr>
          <p:cNvSpPr txBox="1"/>
          <p:nvPr/>
        </p:nvSpPr>
        <p:spPr>
          <a:xfrm rot="16200000">
            <a:off x="11376881" y="2127287"/>
            <a:ext cx="1581716" cy="523220"/>
          </a:xfrm>
          <a:prstGeom prst="rect">
            <a:avLst/>
          </a:prstGeom>
          <a:noFill/>
        </p:spPr>
        <p:txBody>
          <a:bodyPr wrap="none" rtlCol="0" lIns="0" rIns="0" tIns="0" bIns="0" anchor="ctr">
            <a:spAutoFit/>
          </a:bodyPr>
          <a:lstStyle/>
          <a:p>
            <a:pPr algn="ctr"/>
            <a:r>
              <a:rPr lang="en-US" altLang="zh-CN" sz="1300" b="1">
                <a:latin typeface="微软雅黑" panose="020B0503020204020204" pitchFamily="34" charset="-122"/>
                <a:ea typeface="微软雅黑" panose="020B0503020204020204" pitchFamily="34" charset="-122"/>
              </a:rPr>
              <a:t>Softmax × exp(z)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C343ECAE-1842-73FB-C366-54270DBA7B98}"/>
              </a:ext>
            </a:extLst>
          </p:cNvPr>
          <p:cNvSpPr txBox="1"/>
          <p:nvPr/>
        </p:nvSpPr>
        <p:spPr>
          <a:xfrm>
            <a:off x="9745058" y="822656"/>
            <a:ext cx="2398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Profile Head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94287D1A-E647-FA6A-0887-A6E91AFB1B65}"/>
              </a:ext>
            </a:extLst>
          </p:cNvPr>
          <p:cNvSpPr txBox="1"/>
          <p:nvPr/>
        </p:nvSpPr>
        <p:spPr>
          <a:xfrm>
            <a:off x="9745058" y="2601249"/>
            <a:ext cx="2398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Count Head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E124F10C-BEBB-FAEC-F3F4-E9F52F864E5E}"/>
              </a:ext>
            </a:extLst>
          </p:cNvPr>
          <p:cNvSpPr txBox="1"/>
          <p:nvPr/>
        </p:nvSpPr>
        <p:spPr>
          <a:xfrm>
            <a:off x="9770964" y="1759712"/>
            <a:ext cx="2398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Binding Profile</a:t>
            </a:r>
            <a:b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Logits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DF7954EE-756C-52CC-5AB2-F4AEF86E8C55}"/>
              </a:ext>
            </a:extLst>
          </p:cNvPr>
          <p:cNvSpPr txBox="1"/>
          <p:nvPr/>
        </p:nvSpPr>
        <p:spPr>
          <a:xfrm>
            <a:off x="9709777" y="3671039"/>
            <a:ext cx="25155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Log Total Count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4941FB0-F8E7-9B9B-3EFC-4F131F69BCA8}"/>
              </a:ext>
            </a:extLst>
          </p:cNvPr>
          <p:cNvSpPr txBox="1"/>
          <p:nvPr/>
        </p:nvSpPr>
        <p:spPr>
          <a:xfrm>
            <a:off x="9897458" y="431373"/>
            <a:ext cx="2398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Dual Output Heads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CCC9771-FB20-1EE5-FDCD-DEC724A91870}"/>
              </a:ext>
            </a:extLst>
          </p:cNvPr>
          <p:cNvSpPr txBox="1"/>
          <p:nvPr/>
        </p:nvSpPr>
        <p:spPr>
          <a:xfrm>
            <a:off x="12404692" y="420944"/>
            <a:ext cx="1981200" cy="646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Predicted RBP</a:t>
            </a:r>
          </a:p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Binding Profile</a:t>
            </a:r>
          </a:p>
        </p:txBody>
      </p: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1BBCADCA-33CA-243A-0F28-018B367696D8}"/>
              </a:ext>
            </a:extLst>
          </p:cNvPr>
          <p:cNvCxnSpPr>
            <a:cxnSpLocks/>
          </p:cNvCxnSpPr>
          <p:nvPr/>
        </p:nvCxnSpPr>
        <p:spPr>
          <a:xfrm>
            <a:off x="11898060" y="1488059"/>
            <a:ext cx="0" cy="1791906"/>
          </a:xfrm>
          <a:prstGeom prst="line">
            <a:avLst/>
          </a:prstGeom>
          <a:ln w="22860" cap="flat" cmpd="sng">
            <a:solidFill>
              <a:srgbClr val="39434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01B3A184-30A7-BF56-9965-7DF16E864277}"/>
              </a:ext>
            </a:extLst>
          </p:cNvPr>
          <p:cNvCxnSpPr>
            <a:cxnSpLocks/>
          </p:cNvCxnSpPr>
          <p:nvPr/>
        </p:nvCxnSpPr>
        <p:spPr>
          <a:xfrm>
            <a:off x="11530969" y="3279928"/>
            <a:ext cx="367157" cy="0"/>
          </a:xfrm>
          <a:prstGeom prst="line">
            <a:avLst/>
          </a:prstGeom>
          <a:ln w="22860" cap="flat" cmpd="sng">
            <a:solidFill>
              <a:srgbClr val="39434B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9169A105-C09B-FEE9-49C9-70C57995B6D7}"/>
              </a:ext>
            </a:extLst>
          </p:cNvPr>
          <p:cNvCxnSpPr>
            <a:cxnSpLocks/>
          </p:cNvCxnSpPr>
          <p:nvPr/>
        </p:nvCxnSpPr>
        <p:spPr>
          <a:xfrm>
            <a:off x="11643940" y="1488001"/>
            <a:ext cx="254127" cy="0"/>
          </a:xfrm>
          <a:prstGeom prst="line">
            <a:avLst/>
          </a:prstGeom>
          <a:ln w="22860" cap="flat" cmpd="sng">
            <a:solidFill>
              <a:srgbClr val="39434B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9A60CA69-A4AC-F5E2-5A0D-81CF797C4911}"/>
              </a:ext>
            </a:extLst>
          </p:cNvPr>
          <p:cNvCxnSpPr>
            <a:cxnSpLocks/>
          </p:cNvCxnSpPr>
          <p:nvPr/>
        </p:nvCxnSpPr>
        <p:spPr>
          <a:xfrm>
            <a:off x="12404692" y="2375907"/>
            <a:ext cx="290540" cy="0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206668F1-0B2D-80CF-2683-EFE440541AB1}"/>
              </a:ext>
            </a:extLst>
          </p:cNvPr>
          <p:cNvSpPr/>
          <p:nvPr/>
        </p:nvSpPr>
        <p:spPr>
          <a:xfrm>
            <a:off x="392692" y="4229100"/>
            <a:ext cx="6833870" cy="3690620"/>
          </a:xfrm>
          <a:prstGeom prst="roundRect">
            <a:avLst>
              <a:gd name="adj" fmla="val 4723"/>
            </a:avLst>
          </a:prstGeom>
          <a:noFill/>
          <a:ln w="13335" cap="flat" cmpd="sng">
            <a:solidFill>
              <a:srgbClr val="85919A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6C60FCE8-F54B-8A1D-A934-9E6F602490A6}"/>
              </a:ext>
            </a:extLst>
          </p:cNvPr>
          <p:cNvSpPr/>
          <p:nvPr/>
        </p:nvSpPr>
        <p:spPr>
          <a:xfrm>
            <a:off x="7427458" y="4229100"/>
            <a:ext cx="6873178" cy="3690620"/>
          </a:xfrm>
          <a:prstGeom prst="roundRect">
            <a:avLst>
              <a:gd name="adj" fmla="val 4723"/>
            </a:avLst>
          </a:prstGeom>
          <a:noFill/>
          <a:ln w="13335" cap="flat" cmpd="sng">
            <a:solidFill>
              <a:srgbClr val="85919A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C67B917B-BEC2-6F1A-3A90-FBBFD0C81872}"/>
              </a:ext>
            </a:extLst>
          </p:cNvPr>
          <p:cNvCxnSpPr>
            <a:cxnSpLocks/>
          </p:cNvCxnSpPr>
          <p:nvPr/>
        </p:nvCxnSpPr>
        <p:spPr>
          <a:xfrm>
            <a:off x="5169743" y="3581481"/>
            <a:ext cx="0" cy="565023"/>
          </a:xfrm>
          <a:prstGeom prst="line">
            <a:avLst/>
          </a:prstGeom>
          <a:ln w="13335" cap="flat" cmpd="sng">
            <a:solidFill>
              <a:srgbClr val="85919A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A5D81988-0AEF-8B8D-6C41-19AE67B82AE4}"/>
              </a:ext>
            </a:extLst>
          </p:cNvPr>
          <p:cNvCxnSpPr>
            <a:cxnSpLocks/>
          </p:cNvCxnSpPr>
          <p:nvPr/>
        </p:nvCxnSpPr>
        <p:spPr>
          <a:xfrm flipV="1">
            <a:off x="7200106" y="3541111"/>
            <a:ext cx="493624" cy="796285"/>
          </a:xfrm>
          <a:prstGeom prst="line">
            <a:avLst/>
          </a:prstGeom>
          <a:ln w="13335" cap="flat" cmpd="sng">
            <a:solidFill>
              <a:srgbClr val="85919A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1B1A9756-FB80-DE9F-53A5-9EF4CB8364C5}"/>
              </a:ext>
            </a:extLst>
          </p:cNvPr>
          <p:cNvCxnSpPr>
            <a:cxnSpLocks/>
          </p:cNvCxnSpPr>
          <p:nvPr/>
        </p:nvCxnSpPr>
        <p:spPr>
          <a:xfrm flipV="1">
            <a:off x="7523018" y="3581564"/>
            <a:ext cx="464514" cy="657102"/>
          </a:xfrm>
          <a:prstGeom prst="line">
            <a:avLst/>
          </a:prstGeom>
          <a:ln w="13335" cap="flat" cmpd="sng">
            <a:solidFill>
              <a:srgbClr val="85919A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39E2555F-EEBB-BF59-5830-22CB6244C3CA}"/>
              </a:ext>
            </a:extLst>
          </p:cNvPr>
          <p:cNvCxnSpPr>
            <a:cxnSpLocks/>
          </p:cNvCxnSpPr>
          <p:nvPr/>
        </p:nvCxnSpPr>
        <p:spPr>
          <a:xfrm flipH="1" flipV="1">
            <a:off x="11901688" y="3271540"/>
            <a:ext cx="2322748" cy="957560"/>
          </a:xfrm>
          <a:prstGeom prst="line">
            <a:avLst/>
          </a:prstGeom>
          <a:ln w="13335" cap="flat" cmpd="sng">
            <a:solidFill>
              <a:srgbClr val="85919A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EBE92D5A-F892-701E-08C7-1F47D57D5283}"/>
              </a:ext>
            </a:extLst>
          </p:cNvPr>
          <p:cNvCxnSpPr>
            <a:cxnSpLocks/>
          </p:cNvCxnSpPr>
          <p:nvPr/>
        </p:nvCxnSpPr>
        <p:spPr>
          <a:xfrm>
            <a:off x="1806480" y="5524506"/>
            <a:ext cx="0" cy="1651000"/>
          </a:xfrm>
          <a:prstGeom prst="line">
            <a:avLst/>
          </a:prstGeom>
          <a:ln w="18415" cap="flat" cmpd="sng">
            <a:solidFill>
              <a:srgbClr val="39434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02B46706-C2AB-8D57-AF2B-34E27E642E49}"/>
              </a:ext>
            </a:extLst>
          </p:cNvPr>
          <p:cNvCxnSpPr>
            <a:cxnSpLocks/>
          </p:cNvCxnSpPr>
          <p:nvPr/>
        </p:nvCxnSpPr>
        <p:spPr>
          <a:xfrm>
            <a:off x="1631440" y="6350023"/>
            <a:ext cx="430149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F6F86DA2-3E38-BE0F-6FD3-44F777D1CBB8}"/>
              </a:ext>
            </a:extLst>
          </p:cNvPr>
          <p:cNvCxnSpPr>
            <a:cxnSpLocks/>
          </p:cNvCxnSpPr>
          <p:nvPr/>
        </p:nvCxnSpPr>
        <p:spPr>
          <a:xfrm>
            <a:off x="1806480" y="5524506"/>
            <a:ext cx="255143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89370AB5-65C9-DCDE-EA9B-B8B301FB5FE0}"/>
              </a:ext>
            </a:extLst>
          </p:cNvPr>
          <p:cNvCxnSpPr>
            <a:cxnSpLocks/>
          </p:cNvCxnSpPr>
          <p:nvPr/>
        </p:nvCxnSpPr>
        <p:spPr>
          <a:xfrm>
            <a:off x="1806480" y="7175524"/>
            <a:ext cx="255143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967EC0F6-70E5-0C34-F0A7-14F797EE8B47}"/>
              </a:ext>
            </a:extLst>
          </p:cNvPr>
          <p:cNvCxnSpPr>
            <a:cxnSpLocks/>
          </p:cNvCxnSpPr>
          <p:nvPr/>
        </p:nvCxnSpPr>
        <p:spPr>
          <a:xfrm>
            <a:off x="3077934" y="5524506"/>
            <a:ext cx="517398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0EB75447-3648-94AA-8FF4-892D64E17862}"/>
              </a:ext>
            </a:extLst>
          </p:cNvPr>
          <p:cNvCxnSpPr>
            <a:cxnSpLocks/>
          </p:cNvCxnSpPr>
          <p:nvPr/>
        </p:nvCxnSpPr>
        <p:spPr>
          <a:xfrm>
            <a:off x="3077934" y="6349937"/>
            <a:ext cx="517398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5E67B840-8573-9E22-F360-905DEFF88009}"/>
              </a:ext>
            </a:extLst>
          </p:cNvPr>
          <p:cNvCxnSpPr>
            <a:cxnSpLocks/>
          </p:cNvCxnSpPr>
          <p:nvPr/>
        </p:nvCxnSpPr>
        <p:spPr>
          <a:xfrm>
            <a:off x="3077934" y="7175468"/>
            <a:ext cx="517398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9" name="文本框 228">
            <a:extLst>
              <a:ext uri="{FF2B5EF4-FFF2-40B4-BE49-F238E27FC236}">
                <a16:creationId xmlns:a16="http://schemas.microsoft.com/office/drawing/2014/main" id="{F444F858-D9A1-8CC5-2C3F-2CE6160D7E1E}"/>
              </a:ext>
            </a:extLst>
          </p:cNvPr>
          <p:cNvSpPr txBox="1"/>
          <p:nvPr/>
        </p:nvSpPr>
        <p:spPr>
          <a:xfrm rot="16200000">
            <a:off x="2674789" y="6151238"/>
            <a:ext cx="2153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Concatenate</a:t>
            </a:r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E3824D3F-5560-0460-47CC-FB424C3C3653}"/>
              </a:ext>
            </a:extLst>
          </p:cNvPr>
          <p:cNvSpPr txBox="1"/>
          <p:nvPr/>
        </p:nvSpPr>
        <p:spPr>
          <a:xfrm>
            <a:off x="1938486" y="4974403"/>
            <a:ext cx="1292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Kernel size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DD8CBF40-5F23-C599-7202-8B0FEBDFC0BE}"/>
              </a:ext>
            </a:extLst>
          </p:cNvPr>
          <p:cNvSpPr txBox="1"/>
          <p:nvPr/>
        </p:nvSpPr>
        <p:spPr>
          <a:xfrm>
            <a:off x="1923252" y="5355610"/>
            <a:ext cx="1292987" cy="3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size = 3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5166D262-FE86-AA1A-755D-C17AF9B4B16A}"/>
              </a:ext>
            </a:extLst>
          </p:cNvPr>
          <p:cNvSpPr txBox="1"/>
          <p:nvPr/>
        </p:nvSpPr>
        <p:spPr>
          <a:xfrm>
            <a:off x="1923279" y="6181104"/>
            <a:ext cx="1292987" cy="3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size = 5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982261B3-31E3-4A5C-64E5-9C2AF92E5C3A}"/>
              </a:ext>
            </a:extLst>
          </p:cNvPr>
          <p:cNvSpPr txBox="1"/>
          <p:nvPr/>
        </p:nvSpPr>
        <p:spPr>
          <a:xfrm>
            <a:off x="1923302" y="7006564"/>
            <a:ext cx="1292987" cy="3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size = 7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16829653-93C4-4726-55ED-47C4EACAC855}"/>
              </a:ext>
            </a:extLst>
          </p:cNvPr>
          <p:cNvSpPr txBox="1"/>
          <p:nvPr/>
        </p:nvSpPr>
        <p:spPr>
          <a:xfrm>
            <a:off x="10418719" y="3113000"/>
            <a:ext cx="9573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</a:p>
        </p:txBody>
      </p:sp>
      <p:pic>
        <p:nvPicPr>
          <p:cNvPr id="151" name="图片 150">
            <a:extLst>
              <a:ext uri="{FF2B5EF4-FFF2-40B4-BE49-F238E27FC236}">
                <a16:creationId xmlns:a16="http://schemas.microsoft.com/office/drawing/2014/main" id="{8010BB34-E92E-C80E-5127-3B118F5691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65042" y="5190116"/>
            <a:ext cx="1142479" cy="613196"/>
          </a:xfrm>
          <a:prstGeom prst="rect">
            <a:avLst/>
          </a:prstGeom>
        </p:spPr>
      </p:pic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2B8B7C77-B464-CEA5-EF6C-6A4FDC8A6919}"/>
              </a:ext>
            </a:extLst>
          </p:cNvPr>
          <p:cNvCxnSpPr>
            <a:cxnSpLocks/>
          </p:cNvCxnSpPr>
          <p:nvPr/>
        </p:nvCxnSpPr>
        <p:spPr>
          <a:xfrm>
            <a:off x="10428348" y="5600700"/>
            <a:ext cx="0" cy="1543939"/>
          </a:xfrm>
          <a:prstGeom prst="line">
            <a:avLst/>
          </a:prstGeom>
          <a:ln w="18415" cap="flat" cmpd="sng">
            <a:solidFill>
              <a:srgbClr val="39434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A188CA66-303C-3135-7E69-2E415C53D025}"/>
              </a:ext>
            </a:extLst>
          </p:cNvPr>
          <p:cNvCxnSpPr>
            <a:cxnSpLocks/>
          </p:cNvCxnSpPr>
          <p:nvPr/>
        </p:nvCxnSpPr>
        <p:spPr>
          <a:xfrm>
            <a:off x="10428288" y="5600757"/>
            <a:ext cx="440436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546689D2-A106-236F-10B9-D0156B74636C}"/>
              </a:ext>
            </a:extLst>
          </p:cNvPr>
          <p:cNvCxnSpPr>
            <a:cxnSpLocks/>
          </p:cNvCxnSpPr>
          <p:nvPr/>
        </p:nvCxnSpPr>
        <p:spPr>
          <a:xfrm>
            <a:off x="10428341" y="7144589"/>
            <a:ext cx="367284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AABC3119-6AAB-F71D-7D55-FB168C35728C}"/>
              </a:ext>
            </a:extLst>
          </p:cNvPr>
          <p:cNvCxnSpPr>
            <a:cxnSpLocks/>
          </p:cNvCxnSpPr>
          <p:nvPr/>
        </p:nvCxnSpPr>
        <p:spPr>
          <a:xfrm>
            <a:off x="11593864" y="7144653"/>
            <a:ext cx="230759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BB45EF61-0024-4948-BA33-747745385C05}"/>
              </a:ext>
            </a:extLst>
          </p:cNvPr>
          <p:cNvCxnSpPr>
            <a:cxnSpLocks/>
          </p:cNvCxnSpPr>
          <p:nvPr/>
        </p:nvCxnSpPr>
        <p:spPr>
          <a:xfrm>
            <a:off x="12143090" y="7144576"/>
            <a:ext cx="244348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D27ED30E-9FF3-AAF2-EF18-2BFBC7825A23}"/>
              </a:ext>
            </a:extLst>
          </p:cNvPr>
          <p:cNvCxnSpPr>
            <a:cxnSpLocks/>
          </p:cNvCxnSpPr>
          <p:nvPr/>
        </p:nvCxnSpPr>
        <p:spPr>
          <a:xfrm>
            <a:off x="12682353" y="7144576"/>
            <a:ext cx="254635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6" name="文本框 225">
            <a:extLst>
              <a:ext uri="{FF2B5EF4-FFF2-40B4-BE49-F238E27FC236}">
                <a16:creationId xmlns:a16="http://schemas.microsoft.com/office/drawing/2014/main" id="{9D4080C9-AF15-E699-517E-F212EEDF1005}"/>
              </a:ext>
            </a:extLst>
          </p:cNvPr>
          <p:cNvSpPr txBox="1"/>
          <p:nvPr/>
        </p:nvSpPr>
        <p:spPr>
          <a:xfrm>
            <a:off x="10774098" y="6841744"/>
            <a:ext cx="796516" cy="646331"/>
          </a:xfrm>
          <a:prstGeom prst="rect">
            <a:avLst/>
          </a:prstGeom>
          <a:noFill/>
        </p:spPr>
        <p:txBody>
          <a:bodyPr wrap="none" rtlCol="0" lIns="0" rIns="0" tIns="0" bIns="0" anchor="ctr">
            <a:spAutoFit/>
          </a:bodyPr>
          <a:lstStyle/>
          <a:p>
            <a:pPr algn="ctr"/>
            <a:r>
              <a:rPr lang="en-US" altLang="zh-CN" sz="1300" b="1">
                <a:latin typeface="微软雅黑" panose="020B0503020204020204" pitchFamily="34" charset="-122"/>
                <a:ea typeface="微软雅黑" panose="020B0503020204020204" pitchFamily="34" charset="-122"/>
              </a:rPr>
              <a:t>Global</a:t>
            </a:r>
          </a:p>
          <a:p>
            <a:pPr algn="ctr"/>
            <a:r>
              <a:rPr lang="en-US" altLang="zh-CN" sz="1300" b="1">
                <a:latin typeface="微软雅黑" panose="020B0503020204020204" pitchFamily="34" charset="-122"/>
                <a:ea typeface="微软雅黑" panose="020B0503020204020204" pitchFamily="34" charset="-122"/>
              </a:rPr>
              <a:t>Mean</a:t>
            </a:r>
          </a:p>
          <a:p>
            <a:pPr algn="ctr"/>
            <a:r>
              <a:rPr lang="en-US" altLang="zh-CN" sz="1300" b="1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endParaRPr lang="zh-CN" altLang="en-US" sz="13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2F0E41D8-ED18-B287-A351-DC0546A5B0AD}"/>
              </a:ext>
            </a:extLst>
          </p:cNvPr>
          <p:cNvSpPr txBox="1"/>
          <p:nvPr/>
        </p:nvSpPr>
        <p:spPr>
          <a:xfrm rot="16200000">
            <a:off x="11650125" y="7019890"/>
            <a:ext cx="667446" cy="276999"/>
          </a:xfrm>
          <a:prstGeom prst="rect">
            <a:avLst/>
          </a:prstGeom>
          <a:noFill/>
        </p:spPr>
        <p:txBody>
          <a:bodyPr wrap="none" rtlCol="0" lIns="0" rIns="0" tIns="0" bIns="0" anchor="ctr">
            <a:spAutoFit/>
          </a:bodyPr>
          <a:lstStyle/>
          <a:p>
            <a:pPr algn="ctr"/>
            <a:r>
              <a:rPr lang="en-US" altLang="zh-CN" sz="1300" b="1">
                <a:latin typeface="微软雅黑" panose="020B0503020204020204" pitchFamily="34" charset="-122"/>
                <a:ea typeface="微软雅黑" panose="020B0503020204020204" pitchFamily="34" charset="-122"/>
              </a:rPr>
              <a:t>128→32</a:t>
            </a: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E6C43453-A2D1-5DEE-F679-EEA346FA6465}"/>
              </a:ext>
            </a:extLst>
          </p:cNvPr>
          <p:cNvSpPr txBox="1"/>
          <p:nvPr/>
        </p:nvSpPr>
        <p:spPr>
          <a:xfrm rot="16200000">
            <a:off x="12216239" y="7019890"/>
            <a:ext cx="667446" cy="276999"/>
          </a:xfrm>
          <a:prstGeom prst="rect">
            <a:avLst/>
          </a:prstGeom>
          <a:noFill/>
        </p:spPr>
        <p:txBody>
          <a:bodyPr wrap="none" rtlCol="0" lIns="0" rIns="0" tIns="0" bIns="0" anchor="ctr">
            <a:spAutoFit/>
          </a:bodyPr>
          <a:lstStyle/>
          <a:p>
            <a:pPr algn="ctr"/>
            <a:r>
              <a:rPr lang="en-US" altLang="zh-CN" sz="1300" b="1">
                <a:latin typeface="微软雅黑" panose="020B0503020204020204" pitchFamily="34" charset="-122"/>
                <a:ea typeface="微软雅黑" panose="020B0503020204020204" pitchFamily="34" charset="-122"/>
              </a:rPr>
              <a:t>32→1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1142E4CF-9428-B39B-01D9-E084C44B18D1}"/>
              </a:ext>
            </a:extLst>
          </p:cNvPr>
          <p:cNvSpPr txBox="1"/>
          <p:nvPr/>
        </p:nvSpPr>
        <p:spPr>
          <a:xfrm>
            <a:off x="12864997" y="6918653"/>
            <a:ext cx="118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Log Total Count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" name="文本框 244">
            <a:extLst>
              <a:ext uri="{FF2B5EF4-FFF2-40B4-BE49-F238E27FC236}">
                <a16:creationId xmlns:a16="http://schemas.microsoft.com/office/drawing/2014/main" id="{7FA772C2-184E-FE77-68EC-4968B9B3F738}"/>
              </a:ext>
            </a:extLst>
          </p:cNvPr>
          <p:cNvSpPr txBox="1"/>
          <p:nvPr/>
        </p:nvSpPr>
        <p:spPr>
          <a:xfrm>
            <a:off x="12573513" y="5771562"/>
            <a:ext cx="1653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Binding Profile Logits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3F6A00D0-4E56-C2C7-9827-1196984B8B38}"/>
              </a:ext>
            </a:extLst>
          </p:cNvPr>
          <p:cNvSpPr txBox="1"/>
          <p:nvPr/>
        </p:nvSpPr>
        <p:spPr>
          <a:xfrm>
            <a:off x="11542071" y="6486979"/>
            <a:ext cx="1506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Count Head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E128249C-3CCB-4FB3-9E6F-A7C926840D61}"/>
              </a:ext>
            </a:extLst>
          </p:cNvPr>
          <p:cNvSpPr txBox="1"/>
          <p:nvPr/>
        </p:nvSpPr>
        <p:spPr>
          <a:xfrm>
            <a:off x="10655300" y="4839626"/>
            <a:ext cx="3314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Profile Head · 1×1 conv</a:t>
            </a:r>
          </a:p>
        </p:txBody>
      </p:sp>
      <p:grpSp>
        <p:nvGrpSpPr>
          <p:cNvPr id="1025" name="DensityAreaFigure_NPG">
            <a:extLst>
              <a:ext uri="{FF2B5EF4-FFF2-40B4-BE49-F238E27FC236}">
                <a16:creationId xmlns:a16="http://schemas.microsoft.com/office/drawing/2014/main" id="{815CCBB4-0F26-5767-0FAA-94070C59D70A}"/>
              </a:ext>
            </a:extLst>
          </p:cNvPr>
          <p:cNvGrpSpPr/>
          <p:nvPr/>
        </p:nvGrpSpPr>
        <p:grpSpPr>
          <a:xfrm>
            <a:off x="731527" y="2862802"/>
            <a:ext cx="1522728" cy="737473"/>
            <a:chOff x="700156" y="608135"/>
            <a:chExt cx="6919844" cy="3201866"/>
          </a:xfrm>
        </p:grpSpPr>
        <p:sp>
          <p:nvSpPr>
            <p:cNvPr id="1027" name="任意多边形: 形状 1026">
              <a:extLst>
                <a:ext uri="{FF2B5EF4-FFF2-40B4-BE49-F238E27FC236}">
                  <a16:creationId xmlns:a16="http://schemas.microsoft.com/office/drawing/2014/main" id="{0A439A19-9A80-19F2-98F8-3ABBBCD6A901}"/>
                </a:ext>
              </a:extLst>
            </p:cNvPr>
            <p:cNvSpPr/>
            <p:nvPr/>
          </p:nvSpPr>
          <p:spPr>
            <a:xfrm>
              <a:off x="1016000" y="1197952"/>
              <a:ext cx="2411896" cy="2612049"/>
            </a:xfrm>
            <a:custGeom>
              <a:avLst/>
              <a:gdLst/>
              <a:ahLst/>
              <a:cxnLst/>
              <a:rect l="0" t="0" r="0" b="0"/>
              <a:pathLst>
                <a:path w="2411896" h="2612049">
                  <a:moveTo>
                    <a:pt x="0" y="2612048"/>
                  </a:moveTo>
                  <a:lnTo>
                    <a:pt x="0" y="2331183"/>
                  </a:lnTo>
                  <a:lnTo>
                    <a:pt x="114852" y="2218836"/>
                  </a:lnTo>
                  <a:lnTo>
                    <a:pt x="229704" y="2246923"/>
                  </a:lnTo>
                  <a:lnTo>
                    <a:pt x="344556" y="2555875"/>
                  </a:lnTo>
                  <a:lnTo>
                    <a:pt x="459409" y="2275010"/>
                  </a:lnTo>
                  <a:lnTo>
                    <a:pt x="574261" y="421298"/>
                  </a:lnTo>
                  <a:lnTo>
                    <a:pt x="689113" y="533644"/>
                  </a:lnTo>
                  <a:lnTo>
                    <a:pt x="803965" y="337038"/>
                  </a:lnTo>
                  <a:lnTo>
                    <a:pt x="918817" y="393211"/>
                  </a:lnTo>
                  <a:lnTo>
                    <a:pt x="1033669" y="196606"/>
                  </a:lnTo>
                  <a:lnTo>
                    <a:pt x="1148522" y="1629019"/>
                  </a:lnTo>
                  <a:lnTo>
                    <a:pt x="1263374" y="2359269"/>
                  </a:lnTo>
                  <a:lnTo>
                    <a:pt x="1378226" y="2471615"/>
                  </a:lnTo>
                  <a:lnTo>
                    <a:pt x="1493078" y="2275010"/>
                  </a:lnTo>
                  <a:lnTo>
                    <a:pt x="1607931" y="2387356"/>
                  </a:lnTo>
                  <a:lnTo>
                    <a:pt x="1722783" y="2387356"/>
                  </a:lnTo>
                  <a:lnTo>
                    <a:pt x="1837635" y="2443529"/>
                  </a:lnTo>
                  <a:lnTo>
                    <a:pt x="1952487" y="2387356"/>
                  </a:lnTo>
                  <a:lnTo>
                    <a:pt x="2067339" y="1600933"/>
                  </a:lnTo>
                  <a:lnTo>
                    <a:pt x="2182191" y="1123461"/>
                  </a:lnTo>
                  <a:lnTo>
                    <a:pt x="2297044" y="1404327"/>
                  </a:lnTo>
                  <a:lnTo>
                    <a:pt x="2411895" y="0"/>
                  </a:lnTo>
                  <a:lnTo>
                    <a:pt x="2411895" y="2612048"/>
                  </a:lnTo>
                  <a:close/>
                </a:path>
              </a:pathLst>
            </a:custGeom>
            <a:solidFill>
              <a:srgbClr val="3C5488">
                <a:alpha val="85000"/>
              </a:srgbClr>
            </a:solidFill>
            <a:ln w="15240" cap="flat" cmpd="sng" algn="ctr">
              <a:solidFill>
                <a:srgbClr val="5F5F5F">
                  <a:alpha val="9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8" name="任意多边形: 形状 1027">
              <a:extLst>
                <a:ext uri="{FF2B5EF4-FFF2-40B4-BE49-F238E27FC236}">
                  <a16:creationId xmlns:a16="http://schemas.microsoft.com/office/drawing/2014/main" id="{1AC35ABF-39BB-3A77-CB31-7343DA8017D4}"/>
                </a:ext>
              </a:extLst>
            </p:cNvPr>
            <p:cNvSpPr/>
            <p:nvPr/>
          </p:nvSpPr>
          <p:spPr>
            <a:xfrm>
              <a:off x="3083339" y="889000"/>
              <a:ext cx="2067340" cy="2921001"/>
            </a:xfrm>
            <a:custGeom>
              <a:avLst/>
              <a:gdLst/>
              <a:ahLst/>
              <a:cxnLst/>
              <a:rect l="0" t="0" r="0" b="0"/>
              <a:pathLst>
                <a:path w="2067340" h="2921001">
                  <a:moveTo>
                    <a:pt x="0" y="2921000"/>
                  </a:moveTo>
                  <a:lnTo>
                    <a:pt x="0" y="1909885"/>
                  </a:lnTo>
                  <a:lnTo>
                    <a:pt x="114852" y="1432413"/>
                  </a:lnTo>
                  <a:lnTo>
                    <a:pt x="229705" y="1713279"/>
                  </a:lnTo>
                  <a:lnTo>
                    <a:pt x="344556" y="308952"/>
                  </a:lnTo>
                  <a:lnTo>
                    <a:pt x="459409" y="0"/>
                  </a:lnTo>
                  <a:lnTo>
                    <a:pt x="574261" y="814510"/>
                  </a:lnTo>
                  <a:lnTo>
                    <a:pt x="689113" y="2106490"/>
                  </a:lnTo>
                  <a:lnTo>
                    <a:pt x="803966" y="2527788"/>
                  </a:lnTo>
                  <a:lnTo>
                    <a:pt x="918817" y="2471615"/>
                  </a:lnTo>
                  <a:lnTo>
                    <a:pt x="1033670" y="2583962"/>
                  </a:lnTo>
                  <a:lnTo>
                    <a:pt x="1148522" y="2752481"/>
                  </a:lnTo>
                  <a:lnTo>
                    <a:pt x="1263374" y="2808654"/>
                  </a:lnTo>
                  <a:lnTo>
                    <a:pt x="1378226" y="2724394"/>
                  </a:lnTo>
                  <a:lnTo>
                    <a:pt x="1493079" y="2668221"/>
                  </a:lnTo>
                  <a:lnTo>
                    <a:pt x="1607930" y="2499702"/>
                  </a:lnTo>
                  <a:lnTo>
                    <a:pt x="1722783" y="2387356"/>
                  </a:lnTo>
                  <a:lnTo>
                    <a:pt x="1837635" y="2696308"/>
                  </a:lnTo>
                  <a:lnTo>
                    <a:pt x="1952487" y="2050317"/>
                  </a:lnTo>
                  <a:lnTo>
                    <a:pt x="2067339" y="1291981"/>
                  </a:lnTo>
                  <a:lnTo>
                    <a:pt x="2067339" y="2921000"/>
                  </a:lnTo>
                  <a:close/>
                </a:path>
              </a:pathLst>
            </a:custGeom>
            <a:solidFill>
              <a:srgbClr val="E64B35">
                <a:alpha val="85000"/>
              </a:srgbClr>
            </a:solidFill>
            <a:ln w="15240" cap="flat" cmpd="sng" algn="ctr">
              <a:solidFill>
                <a:srgbClr val="5F5F5F">
                  <a:alpha val="9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9" name="任意多边形: 形状 1028">
              <a:extLst>
                <a:ext uri="{FF2B5EF4-FFF2-40B4-BE49-F238E27FC236}">
                  <a16:creationId xmlns:a16="http://schemas.microsoft.com/office/drawing/2014/main" id="{E2D77D6B-4D73-D31A-1298-DDABF5985839}"/>
                </a:ext>
              </a:extLst>
            </p:cNvPr>
            <p:cNvSpPr/>
            <p:nvPr/>
          </p:nvSpPr>
          <p:spPr>
            <a:xfrm>
              <a:off x="5035826" y="2180981"/>
              <a:ext cx="918819" cy="1629020"/>
            </a:xfrm>
            <a:custGeom>
              <a:avLst/>
              <a:gdLst/>
              <a:ahLst/>
              <a:cxnLst/>
              <a:rect l="0" t="0" r="0" b="0"/>
              <a:pathLst>
                <a:path w="918819" h="1629020">
                  <a:moveTo>
                    <a:pt x="0" y="1629019"/>
                  </a:moveTo>
                  <a:lnTo>
                    <a:pt x="0" y="758336"/>
                  </a:lnTo>
                  <a:lnTo>
                    <a:pt x="114852" y="0"/>
                  </a:lnTo>
                  <a:lnTo>
                    <a:pt x="229705" y="674077"/>
                  </a:lnTo>
                  <a:lnTo>
                    <a:pt x="344556" y="1067288"/>
                  </a:lnTo>
                  <a:lnTo>
                    <a:pt x="459409" y="758336"/>
                  </a:lnTo>
                  <a:lnTo>
                    <a:pt x="574261" y="786423"/>
                  </a:lnTo>
                  <a:lnTo>
                    <a:pt x="689113" y="1235807"/>
                  </a:lnTo>
                  <a:lnTo>
                    <a:pt x="803965" y="1376240"/>
                  </a:lnTo>
                  <a:lnTo>
                    <a:pt x="918818" y="1488586"/>
                  </a:lnTo>
                  <a:lnTo>
                    <a:pt x="918818" y="1629019"/>
                  </a:lnTo>
                  <a:close/>
                </a:path>
              </a:pathLst>
            </a:custGeom>
            <a:solidFill>
              <a:srgbClr val="8491B4">
                <a:alpha val="85000"/>
              </a:srgbClr>
            </a:solidFill>
            <a:ln w="15240" cap="flat" cmpd="sng" algn="ctr">
              <a:solidFill>
                <a:srgbClr val="5F5F5F">
                  <a:alpha val="9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0" name="任意多边形: 形状 1029">
              <a:extLst>
                <a:ext uri="{FF2B5EF4-FFF2-40B4-BE49-F238E27FC236}">
                  <a16:creationId xmlns:a16="http://schemas.microsoft.com/office/drawing/2014/main" id="{41B4BE40-405B-32F1-70B3-8E17B377CF54}"/>
                </a:ext>
              </a:extLst>
            </p:cNvPr>
            <p:cNvSpPr/>
            <p:nvPr/>
          </p:nvSpPr>
          <p:spPr>
            <a:xfrm>
              <a:off x="6299200" y="3135923"/>
              <a:ext cx="1263375" cy="674078"/>
            </a:xfrm>
            <a:custGeom>
              <a:avLst/>
              <a:gdLst/>
              <a:ahLst/>
              <a:cxnLst/>
              <a:rect l="0" t="0" r="0" b="0"/>
              <a:pathLst>
                <a:path w="1263375" h="674078">
                  <a:moveTo>
                    <a:pt x="0" y="674077"/>
                  </a:moveTo>
                  <a:lnTo>
                    <a:pt x="0" y="617904"/>
                  </a:lnTo>
                  <a:lnTo>
                    <a:pt x="114852" y="617904"/>
                  </a:lnTo>
                  <a:lnTo>
                    <a:pt x="229704" y="337039"/>
                  </a:lnTo>
                  <a:lnTo>
                    <a:pt x="344556" y="112346"/>
                  </a:lnTo>
                  <a:lnTo>
                    <a:pt x="459409" y="28087"/>
                  </a:lnTo>
                  <a:lnTo>
                    <a:pt x="574261" y="112346"/>
                  </a:lnTo>
                  <a:lnTo>
                    <a:pt x="689113" y="0"/>
                  </a:lnTo>
                  <a:lnTo>
                    <a:pt x="803965" y="477471"/>
                  </a:lnTo>
                  <a:lnTo>
                    <a:pt x="918818" y="561731"/>
                  </a:lnTo>
                  <a:lnTo>
                    <a:pt x="1033669" y="645990"/>
                  </a:lnTo>
                  <a:lnTo>
                    <a:pt x="1148522" y="645990"/>
                  </a:lnTo>
                  <a:lnTo>
                    <a:pt x="1263374" y="645990"/>
                  </a:lnTo>
                  <a:lnTo>
                    <a:pt x="1263374" y="674077"/>
                  </a:lnTo>
                  <a:close/>
                </a:path>
              </a:pathLst>
            </a:custGeom>
            <a:solidFill>
              <a:srgbClr val="91D1C2">
                <a:alpha val="85000"/>
              </a:srgbClr>
            </a:solidFill>
            <a:ln w="15240" cap="flat" cmpd="sng" algn="ctr">
              <a:solidFill>
                <a:srgbClr val="5F5F5F">
                  <a:alpha val="9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31" name="直接连接符 1030">
              <a:extLst>
                <a:ext uri="{FF2B5EF4-FFF2-40B4-BE49-F238E27FC236}">
                  <a16:creationId xmlns:a16="http://schemas.microsoft.com/office/drawing/2014/main" id="{3BC94F9B-284D-1F7C-1E72-616A036D38D4}"/>
                </a:ext>
              </a:extLst>
            </p:cNvPr>
            <p:cNvCxnSpPr/>
            <p:nvPr/>
          </p:nvCxnSpPr>
          <p:spPr>
            <a:xfrm flipV="1">
              <a:off x="786296" y="608135"/>
              <a:ext cx="0" cy="3201865"/>
            </a:xfrm>
            <a:prstGeom prst="line">
              <a:avLst/>
            </a:prstGeom>
            <a:ln w="19050">
              <a:solidFill>
                <a:srgbClr val="9696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直接连接符 1031">
              <a:extLst>
                <a:ext uri="{FF2B5EF4-FFF2-40B4-BE49-F238E27FC236}">
                  <a16:creationId xmlns:a16="http://schemas.microsoft.com/office/drawing/2014/main" id="{3BC64D4C-418A-8895-6802-D4020BEE512E}"/>
                </a:ext>
              </a:extLst>
            </p:cNvPr>
            <p:cNvCxnSpPr/>
            <p:nvPr/>
          </p:nvCxnSpPr>
          <p:spPr>
            <a:xfrm>
              <a:off x="786296" y="3810000"/>
              <a:ext cx="6833704" cy="0"/>
            </a:xfrm>
            <a:prstGeom prst="line">
              <a:avLst/>
            </a:prstGeom>
            <a:ln w="19050">
              <a:solidFill>
                <a:srgbClr val="9696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直接连接符 1032">
              <a:extLst>
                <a:ext uri="{FF2B5EF4-FFF2-40B4-BE49-F238E27FC236}">
                  <a16:creationId xmlns:a16="http://schemas.microsoft.com/office/drawing/2014/main" id="{955A8488-7883-0030-CE2A-2405F572BE36}"/>
                </a:ext>
              </a:extLst>
            </p:cNvPr>
            <p:cNvCxnSpPr/>
            <p:nvPr/>
          </p:nvCxnSpPr>
          <p:spPr>
            <a:xfrm>
              <a:off x="700156" y="1085606"/>
              <a:ext cx="86140" cy="0"/>
            </a:xfrm>
            <a:prstGeom prst="line">
              <a:avLst/>
            </a:prstGeom>
            <a:ln w="15875">
              <a:solidFill>
                <a:srgbClr val="9696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直接连接符 1033">
              <a:extLst>
                <a:ext uri="{FF2B5EF4-FFF2-40B4-BE49-F238E27FC236}">
                  <a16:creationId xmlns:a16="http://schemas.microsoft.com/office/drawing/2014/main" id="{5938D093-A50D-90CF-485C-F92549C0DDEB}"/>
                </a:ext>
              </a:extLst>
            </p:cNvPr>
            <p:cNvCxnSpPr/>
            <p:nvPr/>
          </p:nvCxnSpPr>
          <p:spPr>
            <a:xfrm>
              <a:off x="700156" y="1787769"/>
              <a:ext cx="86140" cy="0"/>
            </a:xfrm>
            <a:prstGeom prst="line">
              <a:avLst/>
            </a:prstGeom>
            <a:ln w="15875">
              <a:solidFill>
                <a:srgbClr val="9696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直接连接符 1034">
              <a:extLst>
                <a:ext uri="{FF2B5EF4-FFF2-40B4-BE49-F238E27FC236}">
                  <a16:creationId xmlns:a16="http://schemas.microsoft.com/office/drawing/2014/main" id="{23941943-AE1E-E919-98B9-3C1F62B5A312}"/>
                </a:ext>
              </a:extLst>
            </p:cNvPr>
            <p:cNvCxnSpPr/>
            <p:nvPr/>
          </p:nvCxnSpPr>
          <p:spPr>
            <a:xfrm>
              <a:off x="700156" y="2770798"/>
              <a:ext cx="86140" cy="0"/>
            </a:xfrm>
            <a:prstGeom prst="line">
              <a:avLst/>
            </a:prstGeom>
            <a:ln w="15875">
              <a:solidFill>
                <a:srgbClr val="9696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6" name="加号 1035">
            <a:extLst>
              <a:ext uri="{FF2B5EF4-FFF2-40B4-BE49-F238E27FC236}">
                <a16:creationId xmlns:a16="http://schemas.microsoft.com/office/drawing/2014/main" id="{503412BA-3CF3-96FB-4C71-3A065159FAC7}"/>
              </a:ext>
            </a:extLst>
          </p:cNvPr>
          <p:cNvSpPr>
            <a:spLocks noChangeAspect="1"/>
          </p:cNvSpPr>
          <p:nvPr/>
        </p:nvSpPr>
        <p:spPr>
          <a:xfrm>
            <a:off x="1338028" y="2679576"/>
            <a:ext cx="265481" cy="265481"/>
          </a:xfrm>
          <a:prstGeom prst="mathPlus">
            <a:avLst>
              <a:gd name="adj1" fmla="val 763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18" name="组合 1317">
            <a:extLst>
              <a:ext uri="{FF2B5EF4-FFF2-40B4-BE49-F238E27FC236}">
                <a16:creationId xmlns:a16="http://schemas.microsoft.com/office/drawing/2014/main" id="{4325EE37-E850-66E5-6C0A-1F23ED1724AE}"/>
              </a:ext>
            </a:extLst>
          </p:cNvPr>
          <p:cNvGrpSpPr/>
          <p:nvPr/>
        </p:nvGrpSpPr>
        <p:grpSpPr>
          <a:xfrm>
            <a:off x="7317381" y="8307425"/>
            <a:ext cx="6983256" cy="1740159"/>
            <a:chOff x="7317380" y="10241367"/>
            <a:chExt cx="6983256" cy="1835348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EB7B0D44-7E73-8517-5930-1008B8AD0297}"/>
                </a:ext>
              </a:extLst>
            </p:cNvPr>
            <p:cNvSpPr/>
            <p:nvPr/>
          </p:nvSpPr>
          <p:spPr>
            <a:xfrm>
              <a:off x="7427458" y="10253048"/>
              <a:ext cx="6873178" cy="1823667"/>
            </a:xfrm>
            <a:prstGeom prst="roundRect">
              <a:avLst>
                <a:gd name="adj" fmla="val 4723"/>
              </a:avLst>
            </a:prstGeom>
            <a:noFill/>
            <a:ln w="13335" cap="flat" cmpd="sng">
              <a:solidFill>
                <a:srgbClr val="85919A"/>
              </a:solidFill>
              <a:prstDash val="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3" name="组合 282">
              <a:extLst>
                <a:ext uri="{FF2B5EF4-FFF2-40B4-BE49-F238E27FC236}">
                  <a16:creationId xmlns:a16="http://schemas.microsoft.com/office/drawing/2014/main" id="{F92E3C4E-4A8E-63F4-427D-744390F8D453}"/>
                </a:ext>
              </a:extLst>
            </p:cNvPr>
            <p:cNvGrpSpPr/>
            <p:nvPr/>
          </p:nvGrpSpPr>
          <p:grpSpPr>
            <a:xfrm>
              <a:off x="11297919" y="10670787"/>
              <a:ext cx="869819" cy="832902"/>
              <a:chOff x="11178217" y="10738686"/>
              <a:chExt cx="869819" cy="832902"/>
            </a:xfrm>
          </p:grpSpPr>
          <p:pic>
            <p:nvPicPr>
              <p:cNvPr id="277" name="图片 276">
                <a:extLst>
                  <a:ext uri="{FF2B5EF4-FFF2-40B4-BE49-F238E27FC236}">
                    <a16:creationId xmlns:a16="http://schemas.microsoft.com/office/drawing/2014/main" id="{45CE81E3-5AC3-ACB5-0E1D-9A0BA4EAD3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80521"/>
              <a:stretch>
                <a:fillRect/>
              </a:stretch>
            </p:blipFill>
            <p:spPr>
              <a:xfrm>
                <a:off x="11178217" y="10738686"/>
                <a:ext cx="869819" cy="832902"/>
              </a:xfrm>
              <a:prstGeom prst="rect">
                <a:avLst/>
              </a:prstGeom>
            </p:spPr>
          </p:pic>
          <p:sp>
            <p:nvSpPr>
              <p:cNvPr id="282" name="矩形 281">
                <a:extLst>
                  <a:ext uri="{FF2B5EF4-FFF2-40B4-BE49-F238E27FC236}">
                    <a16:creationId xmlns:a16="http://schemas.microsoft.com/office/drawing/2014/main" id="{AD9EAEB5-577E-E633-55F2-FFBCDF868705}"/>
                  </a:ext>
                </a:extLst>
              </p:cNvPr>
              <p:cNvSpPr/>
              <p:nvPr/>
            </p:nvSpPr>
            <p:spPr>
              <a:xfrm rot="2646663">
                <a:off x="11907929" y="11442380"/>
                <a:ext cx="91468" cy="60768"/>
              </a:xfrm>
              <a:prstGeom prst="rect">
                <a:avLst/>
              </a:prstGeom>
              <a:solidFill>
                <a:srgbClr val="F19C9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84" name="直接箭头连接符 283">
              <a:extLst>
                <a:ext uri="{FF2B5EF4-FFF2-40B4-BE49-F238E27FC236}">
                  <a16:creationId xmlns:a16="http://schemas.microsoft.com/office/drawing/2014/main" id="{C9123C35-C8C2-6948-D7C5-6B9D488E4690}"/>
                </a:ext>
              </a:extLst>
            </p:cNvPr>
            <p:cNvCxnSpPr>
              <a:cxnSpLocks/>
            </p:cNvCxnSpPr>
            <p:nvPr/>
          </p:nvCxnSpPr>
          <p:spPr>
            <a:xfrm>
              <a:off x="8540558" y="11144110"/>
              <a:ext cx="220282" cy="0"/>
            </a:xfrm>
            <a:prstGeom prst="straightConnector1">
              <a:avLst/>
            </a:prstGeom>
            <a:ln w="22860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6" name="直接箭头连接符 285">
              <a:extLst>
                <a:ext uri="{FF2B5EF4-FFF2-40B4-BE49-F238E27FC236}">
                  <a16:creationId xmlns:a16="http://schemas.microsoft.com/office/drawing/2014/main" id="{BE15F56B-341F-DE9B-5562-02C24A09F8C5}"/>
                </a:ext>
              </a:extLst>
            </p:cNvPr>
            <p:cNvCxnSpPr>
              <a:cxnSpLocks/>
            </p:cNvCxnSpPr>
            <p:nvPr/>
          </p:nvCxnSpPr>
          <p:spPr>
            <a:xfrm>
              <a:off x="9474255" y="11145380"/>
              <a:ext cx="220282" cy="0"/>
            </a:xfrm>
            <a:prstGeom prst="straightConnector1">
              <a:avLst/>
            </a:prstGeom>
            <a:ln w="22860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63600F77-0892-1426-7B57-FE20162EDD5E}"/>
                </a:ext>
              </a:extLst>
            </p:cNvPr>
            <p:cNvCxnSpPr>
              <a:cxnSpLocks/>
            </p:cNvCxnSpPr>
            <p:nvPr/>
          </p:nvCxnSpPr>
          <p:spPr>
            <a:xfrm>
              <a:off x="11261210" y="11145380"/>
              <a:ext cx="220282" cy="0"/>
            </a:xfrm>
            <a:prstGeom prst="straightConnector1">
              <a:avLst/>
            </a:prstGeom>
            <a:ln w="22860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8" name="直接箭头连接符 287">
              <a:extLst>
                <a:ext uri="{FF2B5EF4-FFF2-40B4-BE49-F238E27FC236}">
                  <a16:creationId xmlns:a16="http://schemas.microsoft.com/office/drawing/2014/main" id="{D00C1107-71B3-1960-1C5F-E1002277C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37219" y="10835403"/>
              <a:ext cx="535781" cy="187403"/>
            </a:xfrm>
            <a:prstGeom prst="straightConnector1">
              <a:avLst/>
            </a:prstGeom>
            <a:ln w="22860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65472761-22E3-363F-D71B-C3200C769ED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363" y="11194256"/>
              <a:ext cx="534174" cy="264243"/>
            </a:xfrm>
            <a:prstGeom prst="straightConnector1">
              <a:avLst/>
            </a:prstGeom>
            <a:ln w="22860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0" name="文本框 299">
              <a:extLst>
                <a:ext uri="{FF2B5EF4-FFF2-40B4-BE49-F238E27FC236}">
                  <a16:creationId xmlns:a16="http://schemas.microsoft.com/office/drawing/2014/main" id="{3163BD39-A7B9-2D0A-823C-E921DFE0BA9A}"/>
                </a:ext>
              </a:extLst>
            </p:cNvPr>
            <p:cNvSpPr txBox="1"/>
            <p:nvPr/>
          </p:nvSpPr>
          <p:spPr>
            <a:xfrm>
              <a:off x="12643915" y="10241367"/>
              <a:ext cx="16420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Motif Logos</a:t>
              </a:r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1" name="文本框 300">
              <a:extLst>
                <a:ext uri="{FF2B5EF4-FFF2-40B4-BE49-F238E27FC236}">
                  <a16:creationId xmlns:a16="http://schemas.microsoft.com/office/drawing/2014/main" id="{99D49C93-796B-3275-DEA7-20D7DE798C82}"/>
                </a:ext>
              </a:extLst>
            </p:cNvPr>
            <p:cNvSpPr txBox="1"/>
            <p:nvPr/>
          </p:nvSpPr>
          <p:spPr>
            <a:xfrm>
              <a:off x="7317380" y="11444623"/>
              <a:ext cx="199425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Predicted</a:t>
              </a:r>
            </a:p>
            <a:p>
              <a:pPr algn="ctr"/>
              <a:r>
                <a:rPr lang="en-US" altLang="zh-CN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profile</a:t>
              </a:r>
            </a:p>
          </p:txBody>
        </p:sp>
        <p:sp>
          <p:nvSpPr>
            <p:cNvPr id="302" name="文本框 301">
              <a:extLst>
                <a:ext uri="{FF2B5EF4-FFF2-40B4-BE49-F238E27FC236}">
                  <a16:creationId xmlns:a16="http://schemas.microsoft.com/office/drawing/2014/main" id="{B3EBABE9-40DE-F092-3019-7EBB8931E93D}"/>
                </a:ext>
              </a:extLst>
            </p:cNvPr>
            <p:cNvSpPr txBox="1"/>
            <p:nvPr/>
          </p:nvSpPr>
          <p:spPr>
            <a:xfrm>
              <a:off x="8346210" y="10373738"/>
              <a:ext cx="16420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Select high-IG</a:t>
              </a:r>
            </a:p>
            <a:p>
              <a:pPr algn="ctr"/>
              <a:r>
                <a:rPr lang="en-US" altLang="zh-CN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windows</a:t>
              </a:r>
            </a:p>
          </p:txBody>
        </p:sp>
        <p:sp>
          <p:nvSpPr>
            <p:cNvPr id="303" name="文本框 302">
              <a:extLst>
                <a:ext uri="{FF2B5EF4-FFF2-40B4-BE49-F238E27FC236}">
                  <a16:creationId xmlns:a16="http://schemas.microsoft.com/office/drawing/2014/main" id="{8966928D-429B-C007-9103-CA1B5B5AAF04}"/>
                </a:ext>
              </a:extLst>
            </p:cNvPr>
            <p:cNvSpPr txBox="1"/>
            <p:nvPr/>
          </p:nvSpPr>
          <p:spPr>
            <a:xfrm>
              <a:off x="11040279" y="11575142"/>
              <a:ext cx="16420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TF-MoDISCO</a:t>
              </a:r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4" name="文本框 303">
              <a:extLst>
                <a:ext uri="{FF2B5EF4-FFF2-40B4-BE49-F238E27FC236}">
                  <a16:creationId xmlns:a16="http://schemas.microsoft.com/office/drawing/2014/main" id="{F98FFFE5-AB29-242B-27AB-451CD0DB4045}"/>
                </a:ext>
              </a:extLst>
            </p:cNvPr>
            <p:cNvSpPr txBox="1"/>
            <p:nvPr/>
          </p:nvSpPr>
          <p:spPr>
            <a:xfrm>
              <a:off x="9459114" y="11503689"/>
              <a:ext cx="196120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enriched motif</a:t>
              </a:r>
            </a:p>
            <a:p>
              <a:pPr algn="ctr"/>
              <a:r>
                <a:rPr lang="en-US" altLang="zh-CN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segments</a:t>
              </a:r>
              <a:endPara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6" name="文本框 305">
              <a:extLst>
                <a:ext uri="{FF2B5EF4-FFF2-40B4-BE49-F238E27FC236}">
                  <a16:creationId xmlns:a16="http://schemas.microsoft.com/office/drawing/2014/main" id="{F2734CB1-BEF6-1A11-BFE6-8A7AA04F7040}"/>
                </a:ext>
              </a:extLst>
            </p:cNvPr>
            <p:cNvSpPr txBox="1"/>
            <p:nvPr/>
          </p:nvSpPr>
          <p:spPr>
            <a:xfrm rot="20503555">
              <a:off x="12007221" y="10768141"/>
              <a:ext cx="4885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CWM</a:t>
              </a:r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" name="文本框 306">
              <a:extLst>
                <a:ext uri="{FF2B5EF4-FFF2-40B4-BE49-F238E27FC236}">
                  <a16:creationId xmlns:a16="http://schemas.microsoft.com/office/drawing/2014/main" id="{ED182738-25B0-A83A-2153-CDC81181D2C7}"/>
                </a:ext>
              </a:extLst>
            </p:cNvPr>
            <p:cNvSpPr txBox="1"/>
            <p:nvPr/>
          </p:nvSpPr>
          <p:spPr>
            <a:xfrm rot="1638532">
              <a:off x="11967762" y="11111630"/>
              <a:ext cx="5904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PPM</a:t>
              </a:r>
              <a:endParaRPr lang="zh-CN" altLang="en-US" sz="9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09" name="图形 308">
              <a:extLst>
                <a:ext uri="{FF2B5EF4-FFF2-40B4-BE49-F238E27FC236}">
                  <a16:creationId xmlns:a16="http://schemas.microsoft.com/office/drawing/2014/main" id="{71C5C757-D4D2-6105-6471-C2550E22AB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43860" y="10618424"/>
              <a:ext cx="1583393" cy="1279336"/>
            </a:xfrm>
            <a:prstGeom prst="rect">
              <a:avLst/>
            </a:prstGeom>
          </p:spPr>
        </p:pic>
        <p:grpSp>
          <p:nvGrpSpPr>
            <p:cNvPr id="1169" name="组合 1168">
              <a:extLst>
                <a:ext uri="{FF2B5EF4-FFF2-40B4-BE49-F238E27FC236}">
                  <a16:creationId xmlns:a16="http://schemas.microsoft.com/office/drawing/2014/main" id="{46F020E2-FC6C-CCF1-A185-290A986454FE}"/>
                </a:ext>
              </a:extLst>
            </p:cNvPr>
            <p:cNvGrpSpPr/>
            <p:nvPr/>
          </p:nvGrpSpPr>
          <p:grpSpPr>
            <a:xfrm>
              <a:off x="7741257" y="10807781"/>
              <a:ext cx="3490450" cy="660400"/>
              <a:chOff x="254000" y="469900"/>
              <a:chExt cx="7112000" cy="1498600"/>
            </a:xfrm>
          </p:grpSpPr>
          <p:cxnSp>
            <p:nvCxnSpPr>
              <p:cNvPr id="1170" name="直接连接符 1169">
                <a:extLst>
                  <a:ext uri="{FF2B5EF4-FFF2-40B4-BE49-F238E27FC236}">
                    <a16:creationId xmlns:a16="http://schemas.microsoft.com/office/drawing/2014/main" id="{623CA1BE-36F0-FD1A-EBFD-16F23B5A781A}"/>
                  </a:ext>
                </a:extLst>
              </p:cNvPr>
              <p:cNvCxnSpPr/>
              <p:nvPr/>
            </p:nvCxnSpPr>
            <p:spPr>
              <a:xfrm>
                <a:off x="254000" y="1358900"/>
                <a:ext cx="1524000" cy="0"/>
              </a:xfrm>
              <a:prstGeom prst="line">
                <a:avLst/>
              </a:prstGeom>
              <a:ln w="11430" cap="flat" cmpd="sng">
                <a:solidFill>
                  <a:srgbClr val="65747F"/>
                </a:solidFill>
                <a:round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1" name="直接连接符 1170">
                <a:extLst>
                  <a:ext uri="{FF2B5EF4-FFF2-40B4-BE49-F238E27FC236}">
                    <a16:creationId xmlns:a16="http://schemas.microsoft.com/office/drawing/2014/main" id="{BCEF0BAE-1C51-1763-F98C-411C1C340208}"/>
                  </a:ext>
                </a:extLst>
              </p:cNvPr>
              <p:cNvCxnSpPr/>
              <p:nvPr/>
            </p:nvCxnSpPr>
            <p:spPr>
              <a:xfrm flipV="1">
                <a:off x="254000" y="469900"/>
                <a:ext cx="0" cy="889000"/>
              </a:xfrm>
              <a:prstGeom prst="line">
                <a:avLst/>
              </a:prstGeom>
              <a:ln w="11430" cap="flat" cmpd="sng">
                <a:solidFill>
                  <a:srgbClr val="65747F"/>
                </a:solidFill>
                <a:round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2" name="任意多边形: 形状 1171">
                <a:extLst>
                  <a:ext uri="{FF2B5EF4-FFF2-40B4-BE49-F238E27FC236}">
                    <a16:creationId xmlns:a16="http://schemas.microsoft.com/office/drawing/2014/main" id="{1040854C-5482-63FB-0F90-04FF22C345EE}"/>
                  </a:ext>
                </a:extLst>
              </p:cNvPr>
              <p:cNvSpPr/>
              <p:nvPr/>
            </p:nvSpPr>
            <p:spPr>
              <a:xfrm>
                <a:off x="482600" y="653857"/>
                <a:ext cx="990601" cy="705044"/>
              </a:xfrm>
              <a:custGeom>
                <a:avLst/>
                <a:gdLst/>
                <a:ahLst/>
                <a:cxnLst/>
                <a:rect l="0" t="0" r="0" b="0"/>
                <a:pathLst>
                  <a:path w="990601" h="705044">
                    <a:moveTo>
                      <a:pt x="0" y="705043"/>
                    </a:moveTo>
                    <a:lnTo>
                      <a:pt x="0" y="681781"/>
                    </a:lnTo>
                    <a:lnTo>
                      <a:pt x="35379" y="659090"/>
                    </a:lnTo>
                    <a:lnTo>
                      <a:pt x="70757" y="620867"/>
                    </a:lnTo>
                    <a:lnTo>
                      <a:pt x="106136" y="562058"/>
                    </a:lnTo>
                    <a:lnTo>
                      <a:pt x="141514" y="479820"/>
                    </a:lnTo>
                    <a:lnTo>
                      <a:pt x="176893" y="376071"/>
                    </a:lnTo>
                    <a:lnTo>
                      <a:pt x="212271" y="259463"/>
                    </a:lnTo>
                    <a:lnTo>
                      <a:pt x="247650" y="145395"/>
                    </a:lnTo>
                    <a:lnTo>
                      <a:pt x="283029" y="53225"/>
                    </a:lnTo>
                    <a:lnTo>
                      <a:pt x="318407" y="1063"/>
                    </a:lnTo>
                    <a:lnTo>
                      <a:pt x="353786" y="0"/>
                    </a:lnTo>
                    <a:lnTo>
                      <a:pt x="389164" y="50266"/>
                    </a:lnTo>
                    <a:lnTo>
                      <a:pt x="424543" y="141155"/>
                    </a:lnTo>
                    <a:lnTo>
                      <a:pt x="459921" y="254730"/>
                    </a:lnTo>
                    <a:lnTo>
                      <a:pt x="495300" y="371572"/>
                    </a:lnTo>
                    <a:lnTo>
                      <a:pt x="530679" y="476049"/>
                    </a:lnTo>
                    <a:lnTo>
                      <a:pt x="566057" y="559225"/>
                    </a:lnTo>
                    <a:lnTo>
                      <a:pt x="601436" y="618939"/>
                    </a:lnTo>
                    <a:lnTo>
                      <a:pt x="636814" y="657896"/>
                    </a:lnTo>
                    <a:lnTo>
                      <a:pt x="672193" y="681104"/>
                    </a:lnTo>
                    <a:lnTo>
                      <a:pt x="707571" y="693771"/>
                    </a:lnTo>
                    <a:lnTo>
                      <a:pt x="742950" y="700122"/>
                    </a:lnTo>
                    <a:lnTo>
                      <a:pt x="778329" y="703050"/>
                    </a:lnTo>
                    <a:lnTo>
                      <a:pt x="813707" y="704295"/>
                    </a:lnTo>
                    <a:lnTo>
                      <a:pt x="849086" y="704783"/>
                    </a:lnTo>
                    <a:lnTo>
                      <a:pt x="884464" y="704959"/>
                    </a:lnTo>
                    <a:lnTo>
                      <a:pt x="919843" y="705018"/>
                    </a:lnTo>
                    <a:lnTo>
                      <a:pt x="955221" y="705036"/>
                    </a:lnTo>
                    <a:lnTo>
                      <a:pt x="990600" y="705041"/>
                    </a:lnTo>
                    <a:lnTo>
                      <a:pt x="990600" y="705043"/>
                    </a:lnTo>
                    <a:close/>
                  </a:path>
                </a:pathLst>
              </a:custGeom>
              <a:solidFill>
                <a:srgbClr val="91D1C2">
                  <a:alpha val="55000"/>
                </a:srgbClr>
              </a:solidFill>
              <a:ln w="22860">
                <a:solidFill>
                  <a:srgbClr val="5A5A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3" name="任意多边形: 形状 1172">
                <a:extLst>
                  <a:ext uri="{FF2B5EF4-FFF2-40B4-BE49-F238E27FC236}">
                    <a16:creationId xmlns:a16="http://schemas.microsoft.com/office/drawing/2014/main" id="{5EDFD19A-DB40-7E1B-B0D9-6729E82C9333}"/>
                  </a:ext>
                </a:extLst>
              </p:cNvPr>
              <p:cNvSpPr/>
              <p:nvPr/>
            </p:nvSpPr>
            <p:spPr>
              <a:xfrm>
                <a:off x="825500" y="775794"/>
                <a:ext cx="889001" cy="583107"/>
              </a:xfrm>
              <a:custGeom>
                <a:avLst/>
                <a:gdLst/>
                <a:ahLst/>
                <a:cxnLst/>
                <a:rect l="0" t="0" r="0" b="0"/>
                <a:pathLst>
                  <a:path w="889001" h="583107">
                    <a:moveTo>
                      <a:pt x="0" y="583106"/>
                    </a:moveTo>
                    <a:lnTo>
                      <a:pt x="0" y="576616"/>
                    </a:lnTo>
                    <a:lnTo>
                      <a:pt x="31750" y="569602"/>
                    </a:lnTo>
                    <a:lnTo>
                      <a:pt x="63500" y="556776"/>
                    </a:lnTo>
                    <a:lnTo>
                      <a:pt x="95250" y="535004"/>
                    </a:lnTo>
                    <a:lnTo>
                      <a:pt x="127000" y="500766"/>
                    </a:lnTo>
                    <a:lnTo>
                      <a:pt x="158750" y="451039"/>
                    </a:lnTo>
                    <a:lnTo>
                      <a:pt x="190500" y="384625"/>
                    </a:lnTo>
                    <a:lnTo>
                      <a:pt x="222250" y="303607"/>
                    </a:lnTo>
                    <a:lnTo>
                      <a:pt x="254000" y="214316"/>
                    </a:lnTo>
                    <a:lnTo>
                      <a:pt x="285750" y="127158"/>
                    </a:lnTo>
                    <a:lnTo>
                      <a:pt x="317500" y="54918"/>
                    </a:lnTo>
                    <a:lnTo>
                      <a:pt x="349250" y="9783"/>
                    </a:lnTo>
                    <a:lnTo>
                      <a:pt x="381000" y="0"/>
                    </a:lnTo>
                    <a:lnTo>
                      <a:pt x="412750" y="27415"/>
                    </a:lnTo>
                    <a:lnTo>
                      <a:pt x="444500" y="86906"/>
                    </a:lnTo>
                    <a:lnTo>
                      <a:pt x="476250" y="167945"/>
                    </a:lnTo>
                    <a:lnTo>
                      <a:pt x="508000" y="257633"/>
                    </a:lnTo>
                    <a:lnTo>
                      <a:pt x="539750" y="344022"/>
                    </a:lnTo>
                    <a:lnTo>
                      <a:pt x="571500" y="418547"/>
                    </a:lnTo>
                    <a:lnTo>
                      <a:pt x="603250" y="476977"/>
                    </a:lnTo>
                    <a:lnTo>
                      <a:pt x="635000" y="518973"/>
                    </a:lnTo>
                    <a:lnTo>
                      <a:pt x="666750" y="546793"/>
                    </a:lnTo>
                    <a:lnTo>
                      <a:pt x="698500" y="563840"/>
                    </a:lnTo>
                    <a:lnTo>
                      <a:pt x="730250" y="573529"/>
                    </a:lnTo>
                    <a:lnTo>
                      <a:pt x="762000" y="578645"/>
                    </a:lnTo>
                    <a:lnTo>
                      <a:pt x="793750" y="581159"/>
                    </a:lnTo>
                    <a:lnTo>
                      <a:pt x="825500" y="582310"/>
                    </a:lnTo>
                    <a:lnTo>
                      <a:pt x="857250" y="582801"/>
                    </a:lnTo>
                    <a:lnTo>
                      <a:pt x="889000" y="582996"/>
                    </a:lnTo>
                    <a:lnTo>
                      <a:pt x="889000" y="583106"/>
                    </a:lnTo>
                    <a:close/>
                  </a:path>
                </a:pathLst>
              </a:custGeom>
              <a:solidFill>
                <a:srgbClr val="8491B4">
                  <a:alpha val="65000"/>
                </a:srgbClr>
              </a:solidFill>
              <a:ln w="22860">
                <a:solidFill>
                  <a:srgbClr val="2D2D2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4" name="任意多边形: 形状 1173">
                <a:extLst>
                  <a:ext uri="{FF2B5EF4-FFF2-40B4-BE49-F238E27FC236}">
                    <a16:creationId xmlns:a16="http://schemas.microsoft.com/office/drawing/2014/main" id="{0FEAD518-B04A-273B-6C52-3BEC2188746A}"/>
                  </a:ext>
                </a:extLst>
              </p:cNvPr>
              <p:cNvSpPr/>
              <p:nvPr/>
            </p:nvSpPr>
            <p:spPr>
              <a:xfrm>
                <a:off x="558800" y="1130300"/>
                <a:ext cx="1181101" cy="165101"/>
              </a:xfrm>
              <a:custGeom>
                <a:avLst/>
                <a:gdLst/>
                <a:ahLst/>
                <a:cxnLst/>
                <a:rect l="0" t="0" r="0" b="0"/>
                <a:pathLst>
                  <a:path w="1181101" h="165101">
                    <a:moveTo>
                      <a:pt x="0" y="139700"/>
                    </a:moveTo>
                    <a:lnTo>
                      <a:pt x="228600" y="152400"/>
                    </a:lnTo>
                    <a:lnTo>
                      <a:pt x="431800" y="165100"/>
                    </a:lnTo>
                    <a:lnTo>
                      <a:pt x="622300" y="114300"/>
                    </a:lnTo>
                    <a:lnTo>
                      <a:pt x="812800" y="50800"/>
                    </a:lnTo>
                    <a:lnTo>
                      <a:pt x="1016000" y="0"/>
                    </a:lnTo>
                    <a:lnTo>
                      <a:pt x="1181100" y="38100"/>
                    </a:lnTo>
                  </a:path>
                </a:pathLst>
              </a:custGeom>
              <a:ln w="19050">
                <a:solidFill>
                  <a:srgbClr val="8491B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5" name="矩形 1174">
                <a:extLst>
                  <a:ext uri="{FF2B5EF4-FFF2-40B4-BE49-F238E27FC236}">
                    <a16:creationId xmlns:a16="http://schemas.microsoft.com/office/drawing/2014/main" id="{C1570E64-D434-6169-D695-15C528ACECA6}"/>
                  </a:ext>
                </a:extLst>
              </p:cNvPr>
              <p:cNvSpPr/>
              <p:nvPr/>
            </p:nvSpPr>
            <p:spPr>
              <a:xfrm>
                <a:off x="2438400" y="927100"/>
                <a:ext cx="330200" cy="228600"/>
              </a:xfrm>
              <a:prstGeom prst="rect">
                <a:avLst/>
              </a:prstGeom>
              <a:solidFill>
                <a:srgbClr val="C4CCDB"/>
              </a:solidFill>
              <a:ln w="12700">
                <a:solidFill>
                  <a:srgbClr val="5A5A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6" name="矩形 1175">
                <a:extLst>
                  <a:ext uri="{FF2B5EF4-FFF2-40B4-BE49-F238E27FC236}">
                    <a16:creationId xmlns:a16="http://schemas.microsoft.com/office/drawing/2014/main" id="{095121DC-88E4-EA0F-2CC1-0E6F0849774A}"/>
                  </a:ext>
                </a:extLst>
              </p:cNvPr>
              <p:cNvSpPr/>
              <p:nvPr/>
            </p:nvSpPr>
            <p:spPr>
              <a:xfrm>
                <a:off x="2768600" y="927100"/>
                <a:ext cx="330200" cy="228600"/>
              </a:xfrm>
              <a:prstGeom prst="rect">
                <a:avLst/>
              </a:prstGeom>
              <a:solidFill>
                <a:srgbClr val="C4E9E3"/>
              </a:solidFill>
              <a:ln w="12700">
                <a:solidFill>
                  <a:srgbClr val="5A5A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7" name="矩形 1176">
                <a:extLst>
                  <a:ext uri="{FF2B5EF4-FFF2-40B4-BE49-F238E27FC236}">
                    <a16:creationId xmlns:a16="http://schemas.microsoft.com/office/drawing/2014/main" id="{9DBD1405-2A33-A8DE-A219-8EAC66CCC77C}"/>
                  </a:ext>
                </a:extLst>
              </p:cNvPr>
              <p:cNvSpPr/>
              <p:nvPr/>
            </p:nvSpPr>
            <p:spPr>
              <a:xfrm>
                <a:off x="2438400" y="927100"/>
                <a:ext cx="660400" cy="228600"/>
              </a:xfrm>
              <a:prstGeom prst="rect">
                <a:avLst/>
              </a:prstGeom>
              <a:noFill/>
              <a:ln w="15240" cap="flat" cmpd="sng" algn="ctr">
                <a:solidFill>
                  <a:srgbClr val="5A5A5A"/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8" name="矩形 1177">
                <a:extLst>
                  <a:ext uri="{FF2B5EF4-FFF2-40B4-BE49-F238E27FC236}">
                    <a16:creationId xmlns:a16="http://schemas.microsoft.com/office/drawing/2014/main" id="{AC3145F9-1297-CF14-E390-DA8040B28217}"/>
                  </a:ext>
                </a:extLst>
              </p:cNvPr>
              <p:cNvSpPr/>
              <p:nvPr/>
            </p:nvSpPr>
            <p:spPr>
              <a:xfrm>
                <a:off x="2540000" y="1257300"/>
                <a:ext cx="347133" cy="228600"/>
              </a:xfrm>
              <a:prstGeom prst="rect">
                <a:avLst/>
              </a:prstGeom>
              <a:solidFill>
                <a:srgbClr val="C4E9E3"/>
              </a:solidFill>
              <a:ln w="12700">
                <a:solidFill>
                  <a:srgbClr val="5A5A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9" name="矩形 1178">
                <a:extLst>
                  <a:ext uri="{FF2B5EF4-FFF2-40B4-BE49-F238E27FC236}">
                    <a16:creationId xmlns:a16="http://schemas.microsoft.com/office/drawing/2014/main" id="{890E93F1-64A8-19B7-F566-A6F11C376B2D}"/>
                  </a:ext>
                </a:extLst>
              </p:cNvPr>
              <p:cNvSpPr/>
              <p:nvPr/>
            </p:nvSpPr>
            <p:spPr>
              <a:xfrm>
                <a:off x="2887133" y="1257300"/>
                <a:ext cx="347134" cy="228600"/>
              </a:xfrm>
              <a:prstGeom prst="rect">
                <a:avLst/>
              </a:prstGeom>
              <a:solidFill>
                <a:srgbClr val="C4E9E3"/>
              </a:solidFill>
              <a:ln w="12700">
                <a:solidFill>
                  <a:srgbClr val="5A5A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0" name="矩形 1179">
                <a:extLst>
                  <a:ext uri="{FF2B5EF4-FFF2-40B4-BE49-F238E27FC236}">
                    <a16:creationId xmlns:a16="http://schemas.microsoft.com/office/drawing/2014/main" id="{C5FC0427-312F-1E81-A25D-2FBDFE208453}"/>
                  </a:ext>
                </a:extLst>
              </p:cNvPr>
              <p:cNvSpPr/>
              <p:nvPr/>
            </p:nvSpPr>
            <p:spPr>
              <a:xfrm>
                <a:off x="3234267" y="1257300"/>
                <a:ext cx="347133" cy="228600"/>
              </a:xfrm>
              <a:prstGeom prst="rect">
                <a:avLst/>
              </a:prstGeom>
              <a:solidFill>
                <a:srgbClr val="C4E9E3"/>
              </a:solidFill>
              <a:ln w="12700">
                <a:solidFill>
                  <a:srgbClr val="5A5A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1" name="矩形 1180">
                <a:extLst>
                  <a:ext uri="{FF2B5EF4-FFF2-40B4-BE49-F238E27FC236}">
                    <a16:creationId xmlns:a16="http://schemas.microsoft.com/office/drawing/2014/main" id="{CFFBAC7B-9F6E-5CCB-84BC-FB7D0FD7B405}"/>
                  </a:ext>
                </a:extLst>
              </p:cNvPr>
              <p:cNvSpPr/>
              <p:nvPr/>
            </p:nvSpPr>
            <p:spPr>
              <a:xfrm>
                <a:off x="2540000" y="1257300"/>
                <a:ext cx="1041400" cy="228600"/>
              </a:xfrm>
              <a:prstGeom prst="rect">
                <a:avLst/>
              </a:prstGeom>
              <a:noFill/>
              <a:ln w="15240" cap="flat" cmpd="sng" algn="ctr">
                <a:solidFill>
                  <a:srgbClr val="5A5A5A"/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2" name="矩形 1181">
                <a:extLst>
                  <a:ext uri="{FF2B5EF4-FFF2-40B4-BE49-F238E27FC236}">
                    <a16:creationId xmlns:a16="http://schemas.microsoft.com/office/drawing/2014/main" id="{6BD3226E-B2AF-3DB7-01CD-2803BEAF7479}"/>
                  </a:ext>
                </a:extLst>
              </p:cNvPr>
              <p:cNvSpPr/>
              <p:nvPr/>
            </p:nvSpPr>
            <p:spPr>
              <a:xfrm>
                <a:off x="3073400" y="1587500"/>
                <a:ext cx="313267" cy="228600"/>
              </a:xfrm>
              <a:prstGeom prst="rect">
                <a:avLst/>
              </a:prstGeom>
              <a:solidFill>
                <a:srgbClr val="C4CCDB"/>
              </a:solidFill>
              <a:ln w="12700">
                <a:solidFill>
                  <a:srgbClr val="5A5A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3" name="矩形 1182">
                <a:extLst>
                  <a:ext uri="{FF2B5EF4-FFF2-40B4-BE49-F238E27FC236}">
                    <a16:creationId xmlns:a16="http://schemas.microsoft.com/office/drawing/2014/main" id="{652798E4-23F8-D44F-4262-8A2D82446CC7}"/>
                  </a:ext>
                </a:extLst>
              </p:cNvPr>
              <p:cNvSpPr/>
              <p:nvPr/>
            </p:nvSpPr>
            <p:spPr>
              <a:xfrm>
                <a:off x="3386667" y="1587500"/>
                <a:ext cx="313266" cy="228600"/>
              </a:xfrm>
              <a:prstGeom prst="rect">
                <a:avLst/>
              </a:prstGeom>
              <a:solidFill>
                <a:srgbClr val="C4E9E3"/>
              </a:solidFill>
              <a:ln w="12700">
                <a:solidFill>
                  <a:srgbClr val="5A5A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4" name="矩形 1183">
                <a:extLst>
                  <a:ext uri="{FF2B5EF4-FFF2-40B4-BE49-F238E27FC236}">
                    <a16:creationId xmlns:a16="http://schemas.microsoft.com/office/drawing/2014/main" id="{6C6C006D-8B3A-84FF-0329-8C0C26E63EC5}"/>
                  </a:ext>
                </a:extLst>
              </p:cNvPr>
              <p:cNvSpPr/>
              <p:nvPr/>
            </p:nvSpPr>
            <p:spPr>
              <a:xfrm>
                <a:off x="3699933" y="1587500"/>
                <a:ext cx="313267" cy="228600"/>
              </a:xfrm>
              <a:prstGeom prst="rect">
                <a:avLst/>
              </a:prstGeom>
              <a:solidFill>
                <a:srgbClr val="C4CCDB"/>
              </a:solidFill>
              <a:ln w="12700">
                <a:solidFill>
                  <a:srgbClr val="5A5A5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5" name="矩形 1184">
                <a:extLst>
                  <a:ext uri="{FF2B5EF4-FFF2-40B4-BE49-F238E27FC236}">
                    <a16:creationId xmlns:a16="http://schemas.microsoft.com/office/drawing/2014/main" id="{D868F91E-7DBA-3D4B-6F04-40B9A3F175B1}"/>
                  </a:ext>
                </a:extLst>
              </p:cNvPr>
              <p:cNvSpPr/>
              <p:nvPr/>
            </p:nvSpPr>
            <p:spPr>
              <a:xfrm>
                <a:off x="3073400" y="1587500"/>
                <a:ext cx="939800" cy="228600"/>
              </a:xfrm>
              <a:prstGeom prst="rect">
                <a:avLst/>
              </a:prstGeom>
              <a:noFill/>
              <a:ln w="15240" cap="flat" cmpd="sng" algn="ctr">
                <a:solidFill>
                  <a:srgbClr val="5A5A5A"/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86" name="直接连接符 1185">
                <a:extLst>
                  <a:ext uri="{FF2B5EF4-FFF2-40B4-BE49-F238E27FC236}">
                    <a16:creationId xmlns:a16="http://schemas.microsoft.com/office/drawing/2014/main" id="{4ADD48A5-1A20-59EA-7019-9123C9CE19D0}"/>
                  </a:ext>
                </a:extLst>
              </p:cNvPr>
              <p:cNvCxnSpPr/>
              <p:nvPr/>
            </p:nvCxnSpPr>
            <p:spPr>
              <a:xfrm>
                <a:off x="3073400" y="1054100"/>
                <a:ext cx="330200" cy="203200"/>
              </a:xfrm>
              <a:prstGeom prst="line">
                <a:avLst/>
              </a:prstGeom>
              <a:ln w="11430" cap="flat" cmpd="sng">
                <a:solidFill>
                  <a:srgbClr val="39434B"/>
                </a:solidFill>
                <a:prstDash val="dash"/>
                <a:round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7" name="直接连接符 1186">
                <a:extLst>
                  <a:ext uri="{FF2B5EF4-FFF2-40B4-BE49-F238E27FC236}">
                    <a16:creationId xmlns:a16="http://schemas.microsoft.com/office/drawing/2014/main" id="{FE1B033B-1469-81C7-2F73-D1B5EC785D19}"/>
                  </a:ext>
                </a:extLst>
              </p:cNvPr>
              <p:cNvCxnSpPr/>
              <p:nvPr/>
            </p:nvCxnSpPr>
            <p:spPr>
              <a:xfrm>
                <a:off x="2895600" y="1485900"/>
                <a:ext cx="266700" cy="228600"/>
              </a:xfrm>
              <a:prstGeom prst="line">
                <a:avLst/>
              </a:prstGeom>
              <a:ln w="11430" cap="flat" cmpd="sng">
                <a:solidFill>
                  <a:srgbClr val="39434B"/>
                </a:solidFill>
                <a:prstDash val="dash"/>
                <a:round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8" name="直接连接符 1187">
                <a:extLst>
                  <a:ext uri="{FF2B5EF4-FFF2-40B4-BE49-F238E27FC236}">
                    <a16:creationId xmlns:a16="http://schemas.microsoft.com/office/drawing/2014/main" id="{E28C4911-F643-4C01-1930-BD098244BD4E}"/>
                  </a:ext>
                </a:extLst>
              </p:cNvPr>
              <p:cNvCxnSpPr/>
              <p:nvPr/>
            </p:nvCxnSpPr>
            <p:spPr>
              <a:xfrm>
                <a:off x="3581400" y="1485900"/>
                <a:ext cx="0" cy="101600"/>
              </a:xfrm>
              <a:prstGeom prst="line">
                <a:avLst/>
              </a:prstGeom>
              <a:ln w="11430" cap="flat" cmpd="sng">
                <a:solidFill>
                  <a:srgbClr val="39434B"/>
                </a:solidFill>
                <a:prstDash val="dash"/>
                <a:round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9" name="矩形 1188">
                <a:extLst>
                  <a:ext uri="{FF2B5EF4-FFF2-40B4-BE49-F238E27FC236}">
                    <a16:creationId xmlns:a16="http://schemas.microsoft.com/office/drawing/2014/main" id="{393E8D05-F25B-3CAC-27E5-9B7EBA894CCB}"/>
                  </a:ext>
                </a:extLst>
              </p:cNvPr>
              <p:cNvSpPr/>
              <p:nvPr/>
            </p:nvSpPr>
            <p:spPr>
              <a:xfrm>
                <a:off x="4254500" y="520700"/>
                <a:ext cx="3111500" cy="304800"/>
              </a:xfrm>
              <a:prstGeom prst="rect">
                <a:avLst/>
              </a:prstGeom>
              <a:solidFill>
                <a:srgbClr val="EDF4F5"/>
              </a:solidFill>
              <a:ln w="13335" cap="flat" cmpd="sng">
                <a:solidFill>
                  <a:srgbClr val="65747F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800" tIns="12700" rIns="50800" bIns="12700" rtlCol="0" anchor="ctr"/>
              <a:lstStyle/>
              <a:p>
                <a:pPr algn="ctr"/>
                <a:r>
                  <a:rPr lang="en-US" altLang="zh-CN" sz="1200">
                    <a:solidFill>
                      <a:srgbClr val="2D2D2D"/>
                    </a:solidFill>
                    <a:latin typeface="Consolas" panose="020B0609020204030204" pitchFamily="49" charset="0"/>
                  </a:rPr>
                  <a:t>GUAACAGC</a:t>
                </a:r>
                <a:r>
                  <a:rPr lang="en-US" altLang="zh-CN" sz="1200" b="1">
                    <a:solidFill>
                      <a:srgbClr val="E64B35"/>
                    </a:solidFill>
                    <a:latin typeface="Consolas" panose="020B0609020204030204" pitchFamily="49" charset="0"/>
                  </a:rPr>
                  <a:t>UGUUGACG</a:t>
                </a:r>
                <a:endParaRPr lang="zh-CN" altLang="en-US" sz="1200" b="1">
                  <a:solidFill>
                    <a:srgbClr val="E64B35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1190" name="矩形 1189">
                <a:extLst>
                  <a:ext uri="{FF2B5EF4-FFF2-40B4-BE49-F238E27FC236}">
                    <a16:creationId xmlns:a16="http://schemas.microsoft.com/office/drawing/2014/main" id="{1C48BB5F-A52C-9FC7-D7C4-08663B77D21E}"/>
                  </a:ext>
                </a:extLst>
              </p:cNvPr>
              <p:cNvSpPr/>
              <p:nvPr/>
            </p:nvSpPr>
            <p:spPr>
              <a:xfrm>
                <a:off x="4254500" y="901700"/>
                <a:ext cx="3111500" cy="304800"/>
              </a:xfrm>
              <a:prstGeom prst="rect">
                <a:avLst/>
              </a:prstGeom>
              <a:solidFill>
                <a:srgbClr val="EDF4F5"/>
              </a:solidFill>
              <a:ln w="13335" cap="flat" cmpd="sng">
                <a:solidFill>
                  <a:srgbClr val="65747F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800" tIns="12700" rIns="50800" bIns="12700" rtlCol="0" anchor="ctr"/>
              <a:lstStyle/>
              <a:p>
                <a:pPr algn="ctr"/>
                <a:r>
                  <a:rPr lang="en-US" altLang="zh-CN" sz="1200">
                    <a:solidFill>
                      <a:srgbClr val="2D2D2D"/>
                    </a:solidFill>
                    <a:latin typeface="Consolas" panose="020B0609020204030204" pitchFamily="49" charset="0"/>
                  </a:rPr>
                  <a:t>GUAGCCGC</a:t>
                </a:r>
                <a:r>
                  <a:rPr lang="en-US" altLang="zh-CN" sz="1200" b="1">
                    <a:solidFill>
                      <a:srgbClr val="F39B7F"/>
                    </a:solidFill>
                    <a:latin typeface="Consolas" panose="020B0609020204030204" pitchFamily="49" charset="0"/>
                  </a:rPr>
                  <a:t>UGUUGACG</a:t>
                </a:r>
                <a:endParaRPr lang="zh-CN" altLang="en-US" sz="1200" b="1">
                  <a:solidFill>
                    <a:srgbClr val="F39B7F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1191" name="矩形 1190">
                <a:extLst>
                  <a:ext uri="{FF2B5EF4-FFF2-40B4-BE49-F238E27FC236}">
                    <a16:creationId xmlns:a16="http://schemas.microsoft.com/office/drawing/2014/main" id="{16B39253-61F3-55A4-D0EC-7D070659D217}"/>
                  </a:ext>
                </a:extLst>
              </p:cNvPr>
              <p:cNvSpPr/>
              <p:nvPr/>
            </p:nvSpPr>
            <p:spPr>
              <a:xfrm>
                <a:off x="4254500" y="1282700"/>
                <a:ext cx="3111500" cy="304800"/>
              </a:xfrm>
              <a:prstGeom prst="rect">
                <a:avLst/>
              </a:prstGeom>
              <a:solidFill>
                <a:srgbClr val="EDF4F5"/>
              </a:solidFill>
              <a:ln w="13335" cap="flat" cmpd="sng">
                <a:solidFill>
                  <a:srgbClr val="65747F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800" tIns="12700" rIns="50800" bIns="12700" rtlCol="0" anchor="ctr"/>
              <a:lstStyle/>
              <a:p>
                <a:pPr algn="ctr"/>
                <a:r>
                  <a:rPr lang="en-US" altLang="zh-CN" sz="1200">
                    <a:solidFill>
                      <a:srgbClr val="2D2D2D"/>
                    </a:solidFill>
                    <a:latin typeface="Consolas" panose="020B0609020204030204" pitchFamily="49" charset="0"/>
                  </a:rPr>
                  <a:t>GUACCGGCGUUCUGGA</a:t>
                </a:r>
                <a:endParaRPr lang="zh-CN" altLang="en-US" sz="1200">
                  <a:solidFill>
                    <a:srgbClr val="2D2D2D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1192" name="矩形 1191">
                <a:extLst>
                  <a:ext uri="{FF2B5EF4-FFF2-40B4-BE49-F238E27FC236}">
                    <a16:creationId xmlns:a16="http://schemas.microsoft.com/office/drawing/2014/main" id="{CE26699D-EA85-96CC-1336-B84C8F0B00B8}"/>
                  </a:ext>
                </a:extLst>
              </p:cNvPr>
              <p:cNvSpPr/>
              <p:nvPr/>
            </p:nvSpPr>
            <p:spPr>
              <a:xfrm>
                <a:off x="4254500" y="1663700"/>
                <a:ext cx="3111500" cy="304800"/>
              </a:xfrm>
              <a:prstGeom prst="rect">
                <a:avLst/>
              </a:prstGeom>
              <a:solidFill>
                <a:srgbClr val="EDF4F5"/>
              </a:solidFill>
              <a:ln w="13335" cap="flat" cmpd="sng">
                <a:solidFill>
                  <a:srgbClr val="65747F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800" tIns="12700" rIns="50800" bIns="12700" rtlCol="0" anchor="ctr"/>
              <a:lstStyle/>
              <a:p>
                <a:pPr algn="ctr"/>
                <a:r>
                  <a:rPr lang="en-US" altLang="zh-CN" sz="1200">
                    <a:solidFill>
                      <a:srgbClr val="2D2D2D"/>
                    </a:solidFill>
                    <a:latin typeface="Consolas" panose="020B0609020204030204" pitchFamily="49" charset="0"/>
                  </a:rPr>
                  <a:t>GUAACACGCGUCUGGG</a:t>
                </a:r>
                <a:endParaRPr lang="zh-CN" altLang="en-US" sz="1200">
                  <a:solidFill>
                    <a:srgbClr val="2D2D2D"/>
                  </a:solidFill>
                  <a:latin typeface="Consolas" panose="020B0609020204030204" pitchFamily="49" charset="0"/>
                </a:endParaRPr>
              </a:p>
            </p:txBody>
          </p:sp>
        </p:grpSp>
      </p:grpSp>
      <p:sp>
        <p:nvSpPr>
          <p:cNvPr id="46" name="REF_topbar">
            <a:extLst>
              <a:ext uri="{FF2B5EF4-FFF2-40B4-BE49-F238E27FC236}">
                <a16:creationId xmlns:a16="http://schemas.microsoft.com/office/drawing/2014/main" id="{672D2512-B353-C5A0-63B9-F08E7AAA77D2}"/>
              </a:ext>
            </a:extLst>
          </p:cNvPr>
          <p:cNvSpPr/>
          <p:nvPr/>
        </p:nvSpPr>
        <p:spPr>
          <a:xfrm>
            <a:off x="8456803" y="5143500"/>
            <a:ext cx="1410208" cy="254000"/>
          </a:xfrm>
          <a:prstGeom prst="roundRect">
            <a:avLst>
              <a:gd name="adj" fmla="val 22000"/>
            </a:avLst>
          </a:prstGeom>
          <a:solidFill>
            <a:srgbClr val="E6E9F0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E58699B8-0FD0-083C-DBD0-81A322D0DF8E}"/>
              </a:ext>
            </a:extLst>
          </p:cNvPr>
          <p:cNvGrpSpPr/>
          <p:nvPr/>
        </p:nvGrpSpPr>
        <p:grpSpPr>
          <a:xfrm>
            <a:off x="7654371" y="5851725"/>
            <a:ext cx="282621" cy="1002547"/>
            <a:chOff x="7648275" y="6881065"/>
            <a:chExt cx="217895" cy="876417"/>
          </a:xfrm>
        </p:grpSpPr>
        <p:sp>
          <p:nvSpPr>
            <p:cNvPr id="5" name="REF_leftprism_front_0">
              <a:extLst>
                <a:ext uri="{FF2B5EF4-FFF2-40B4-BE49-F238E27FC236}">
                  <a16:creationId xmlns:a16="http://schemas.microsoft.com/office/drawing/2014/main" id="{1D5439EE-15D6-37FF-6636-39227E704176}"/>
                </a:ext>
              </a:extLst>
            </p:cNvPr>
            <p:cNvSpPr/>
            <p:nvPr/>
          </p:nvSpPr>
          <p:spPr>
            <a:xfrm>
              <a:off x="7648275" y="6881065"/>
              <a:ext cx="217895" cy="219104"/>
            </a:xfrm>
            <a:prstGeom prst="rect">
              <a:avLst/>
            </a:prstGeom>
            <a:solidFill>
              <a:srgbClr val="7E8EB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REF_leftprism_front_1">
              <a:extLst>
                <a:ext uri="{FF2B5EF4-FFF2-40B4-BE49-F238E27FC236}">
                  <a16:creationId xmlns:a16="http://schemas.microsoft.com/office/drawing/2014/main" id="{7252476E-C837-AB3D-3E86-92773E12491A}"/>
                </a:ext>
              </a:extLst>
            </p:cNvPr>
            <p:cNvSpPr/>
            <p:nvPr/>
          </p:nvSpPr>
          <p:spPr>
            <a:xfrm>
              <a:off x="7648275" y="7100170"/>
              <a:ext cx="217895" cy="219104"/>
            </a:xfrm>
            <a:prstGeom prst="rect">
              <a:avLst/>
            </a:prstGeom>
            <a:solidFill>
              <a:srgbClr val="D4D9E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REF_leftprism_front_2">
              <a:extLst>
                <a:ext uri="{FF2B5EF4-FFF2-40B4-BE49-F238E27FC236}">
                  <a16:creationId xmlns:a16="http://schemas.microsoft.com/office/drawing/2014/main" id="{935202EA-8051-0016-6785-EEF9DA5D6B97}"/>
                </a:ext>
              </a:extLst>
            </p:cNvPr>
            <p:cNvSpPr/>
            <p:nvPr/>
          </p:nvSpPr>
          <p:spPr>
            <a:xfrm>
              <a:off x="7648275" y="7319274"/>
              <a:ext cx="217895" cy="219104"/>
            </a:xfrm>
            <a:prstGeom prst="rect">
              <a:avLst/>
            </a:prstGeom>
            <a:solidFill>
              <a:srgbClr val="B3BCD1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REF_leftprism_front_3">
              <a:extLst>
                <a:ext uri="{FF2B5EF4-FFF2-40B4-BE49-F238E27FC236}">
                  <a16:creationId xmlns:a16="http://schemas.microsoft.com/office/drawing/2014/main" id="{4F4C8B25-7F10-657C-A99A-880E4AB10603}"/>
                </a:ext>
              </a:extLst>
            </p:cNvPr>
            <p:cNvSpPr/>
            <p:nvPr/>
          </p:nvSpPr>
          <p:spPr>
            <a:xfrm>
              <a:off x="7648275" y="7538378"/>
              <a:ext cx="217895" cy="219104"/>
            </a:xfrm>
            <a:prstGeom prst="rect">
              <a:avLst/>
            </a:prstGeom>
            <a:solidFill>
              <a:srgbClr val="E6E9F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5" name="REF_bottombar">
            <a:extLst>
              <a:ext uri="{FF2B5EF4-FFF2-40B4-BE49-F238E27FC236}">
                <a16:creationId xmlns:a16="http://schemas.microsoft.com/office/drawing/2014/main" id="{30135231-9847-AE68-2B09-0B8216C50685}"/>
              </a:ext>
            </a:extLst>
          </p:cNvPr>
          <p:cNvSpPr/>
          <p:nvPr/>
        </p:nvSpPr>
        <p:spPr>
          <a:xfrm>
            <a:off x="8456803" y="6921500"/>
            <a:ext cx="1410208" cy="254000"/>
          </a:xfrm>
          <a:prstGeom prst="roundRect">
            <a:avLst>
              <a:gd name="adj" fmla="val 22000"/>
            </a:avLst>
          </a:prstGeom>
          <a:solidFill>
            <a:srgbClr val="E8EDF0"/>
          </a:solidFill>
          <a:ln w="13335" cap="flat" cmpd="sng">
            <a:solidFill>
              <a:srgbClr val="65747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REF_c1">
            <a:extLst>
              <a:ext uri="{FF2B5EF4-FFF2-40B4-BE49-F238E27FC236}">
                <a16:creationId xmlns:a16="http://schemas.microsoft.com/office/drawing/2014/main" id="{6885D06A-9805-C625-7B48-186BB93DBD0E}"/>
              </a:ext>
            </a:extLst>
          </p:cNvPr>
          <p:cNvSpPr/>
          <p:nvPr/>
        </p:nvSpPr>
        <p:spPr>
          <a:xfrm>
            <a:off x="8576083" y="5557250"/>
            <a:ext cx="226369" cy="227625"/>
          </a:xfrm>
          <a:prstGeom prst="ellipse">
            <a:avLst/>
          </a:prstGeom>
          <a:solidFill>
            <a:srgbClr val="C4CCDB"/>
          </a:solidFill>
          <a:ln w="13335" cap="flat" cmpd="sng">
            <a:solidFill>
              <a:srgbClr val="6574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REF_c2">
            <a:extLst>
              <a:ext uri="{FF2B5EF4-FFF2-40B4-BE49-F238E27FC236}">
                <a16:creationId xmlns:a16="http://schemas.microsoft.com/office/drawing/2014/main" id="{96283537-0364-243F-31C1-09306E5DADAC}"/>
              </a:ext>
            </a:extLst>
          </p:cNvPr>
          <p:cNvSpPr/>
          <p:nvPr/>
        </p:nvSpPr>
        <p:spPr>
          <a:xfrm>
            <a:off x="9213550" y="5557250"/>
            <a:ext cx="226369" cy="227625"/>
          </a:xfrm>
          <a:prstGeom prst="ellipse">
            <a:avLst/>
          </a:prstGeom>
          <a:solidFill>
            <a:srgbClr val="C4CCDB"/>
          </a:solidFill>
          <a:ln w="13335" cap="flat" cmpd="sng">
            <a:solidFill>
              <a:srgbClr val="6574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REF_c3">
            <a:extLst>
              <a:ext uri="{FF2B5EF4-FFF2-40B4-BE49-F238E27FC236}">
                <a16:creationId xmlns:a16="http://schemas.microsoft.com/office/drawing/2014/main" id="{0DCEFD87-1B50-E663-BBA9-AB133514A059}"/>
              </a:ext>
            </a:extLst>
          </p:cNvPr>
          <p:cNvSpPr/>
          <p:nvPr/>
        </p:nvSpPr>
        <p:spPr>
          <a:xfrm>
            <a:off x="8771620" y="5846972"/>
            <a:ext cx="226368" cy="227625"/>
          </a:xfrm>
          <a:prstGeom prst="ellipse">
            <a:avLst/>
          </a:prstGeom>
          <a:solidFill>
            <a:srgbClr val="C4CCDB"/>
          </a:solidFill>
          <a:ln w="13335" cap="flat" cmpd="sng">
            <a:solidFill>
              <a:srgbClr val="6574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REF_c4">
            <a:extLst>
              <a:ext uri="{FF2B5EF4-FFF2-40B4-BE49-F238E27FC236}">
                <a16:creationId xmlns:a16="http://schemas.microsoft.com/office/drawing/2014/main" id="{7807A57F-7DEE-C49A-1BCD-AC291EA24A7A}"/>
              </a:ext>
            </a:extLst>
          </p:cNvPr>
          <p:cNvSpPr/>
          <p:nvPr/>
        </p:nvSpPr>
        <p:spPr>
          <a:xfrm>
            <a:off x="9424633" y="5846972"/>
            <a:ext cx="226368" cy="227625"/>
          </a:xfrm>
          <a:prstGeom prst="ellipse">
            <a:avLst/>
          </a:prstGeom>
          <a:solidFill>
            <a:srgbClr val="C4CCDB"/>
          </a:solidFill>
          <a:ln w="13335" cap="flat" cmpd="sng">
            <a:solidFill>
              <a:srgbClr val="6574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37" name="组合 1036">
            <a:extLst>
              <a:ext uri="{FF2B5EF4-FFF2-40B4-BE49-F238E27FC236}">
                <a16:creationId xmlns:a16="http://schemas.microsoft.com/office/drawing/2014/main" id="{0514ECF6-1264-00CF-9A5B-1ABA61BD788E}"/>
              </a:ext>
            </a:extLst>
          </p:cNvPr>
          <p:cNvGrpSpPr/>
          <p:nvPr/>
        </p:nvGrpSpPr>
        <p:grpSpPr>
          <a:xfrm>
            <a:off x="10868838" y="5198940"/>
            <a:ext cx="455289" cy="857354"/>
            <a:chOff x="10795641" y="6363736"/>
            <a:chExt cx="375263" cy="754692"/>
          </a:xfrm>
        </p:grpSpPr>
        <p:sp>
          <p:nvSpPr>
            <p:cNvPr id="81" name="REF_grid_cell_0_0">
              <a:extLst>
                <a:ext uri="{FF2B5EF4-FFF2-40B4-BE49-F238E27FC236}">
                  <a16:creationId xmlns:a16="http://schemas.microsoft.com/office/drawing/2014/main" id="{917B58B9-74D4-E881-4582-92B91CA17E03}"/>
                </a:ext>
              </a:extLst>
            </p:cNvPr>
            <p:cNvSpPr/>
            <p:nvPr/>
          </p:nvSpPr>
          <p:spPr>
            <a:xfrm>
              <a:off x="10795641" y="6363736"/>
              <a:ext cx="187631" cy="188673"/>
            </a:xfrm>
            <a:prstGeom prst="rect">
              <a:avLst/>
            </a:prstGeom>
            <a:solidFill>
              <a:srgbClr val="E6E9F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REF_grid_cell_0_1">
              <a:extLst>
                <a:ext uri="{FF2B5EF4-FFF2-40B4-BE49-F238E27FC236}">
                  <a16:creationId xmlns:a16="http://schemas.microsoft.com/office/drawing/2014/main" id="{9119ED28-743F-7B37-826C-8EE16BC82820}"/>
                </a:ext>
              </a:extLst>
            </p:cNvPr>
            <p:cNvSpPr/>
            <p:nvPr/>
          </p:nvSpPr>
          <p:spPr>
            <a:xfrm>
              <a:off x="10983273" y="6363736"/>
              <a:ext cx="187631" cy="188673"/>
            </a:xfrm>
            <a:prstGeom prst="rect">
              <a:avLst/>
            </a:prstGeom>
            <a:solidFill>
              <a:srgbClr val="D4D9E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REF_grid_cell_1_0">
              <a:extLst>
                <a:ext uri="{FF2B5EF4-FFF2-40B4-BE49-F238E27FC236}">
                  <a16:creationId xmlns:a16="http://schemas.microsoft.com/office/drawing/2014/main" id="{935E9855-6A07-4944-F59A-AE2DCBCAF180}"/>
                </a:ext>
              </a:extLst>
            </p:cNvPr>
            <p:cNvSpPr/>
            <p:nvPr/>
          </p:nvSpPr>
          <p:spPr>
            <a:xfrm>
              <a:off x="10795641" y="6552409"/>
              <a:ext cx="187631" cy="188673"/>
            </a:xfrm>
            <a:prstGeom prst="rect">
              <a:avLst/>
            </a:prstGeom>
            <a:solidFill>
              <a:srgbClr val="D4D9E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REF_grid_cell_1_1">
              <a:extLst>
                <a:ext uri="{FF2B5EF4-FFF2-40B4-BE49-F238E27FC236}">
                  <a16:creationId xmlns:a16="http://schemas.microsoft.com/office/drawing/2014/main" id="{75940D84-42DE-B234-3F9B-84DABB42E9D1}"/>
                </a:ext>
              </a:extLst>
            </p:cNvPr>
            <p:cNvSpPr/>
            <p:nvPr/>
          </p:nvSpPr>
          <p:spPr>
            <a:xfrm>
              <a:off x="10983273" y="6552409"/>
              <a:ext cx="187631" cy="188673"/>
            </a:xfrm>
            <a:prstGeom prst="rect">
              <a:avLst/>
            </a:prstGeom>
            <a:solidFill>
              <a:srgbClr val="B3BCD1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REF_grid_cell_2_0">
              <a:extLst>
                <a:ext uri="{FF2B5EF4-FFF2-40B4-BE49-F238E27FC236}">
                  <a16:creationId xmlns:a16="http://schemas.microsoft.com/office/drawing/2014/main" id="{CC75C3ED-3B31-8FC8-507D-7CD2AFFDB454}"/>
                </a:ext>
              </a:extLst>
            </p:cNvPr>
            <p:cNvSpPr/>
            <p:nvPr/>
          </p:nvSpPr>
          <p:spPr>
            <a:xfrm>
              <a:off x="10795641" y="6741082"/>
              <a:ext cx="187631" cy="188673"/>
            </a:xfrm>
            <a:prstGeom prst="rect">
              <a:avLst/>
            </a:prstGeom>
            <a:solidFill>
              <a:srgbClr val="B3BCD1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REF_grid_cell_2_1">
              <a:extLst>
                <a:ext uri="{FF2B5EF4-FFF2-40B4-BE49-F238E27FC236}">
                  <a16:creationId xmlns:a16="http://schemas.microsoft.com/office/drawing/2014/main" id="{E279D4FB-4574-38DD-EF69-E980A9006113}"/>
                </a:ext>
              </a:extLst>
            </p:cNvPr>
            <p:cNvSpPr/>
            <p:nvPr/>
          </p:nvSpPr>
          <p:spPr>
            <a:xfrm>
              <a:off x="10983273" y="6741082"/>
              <a:ext cx="187631" cy="188673"/>
            </a:xfrm>
            <a:prstGeom prst="rect">
              <a:avLst/>
            </a:prstGeom>
            <a:solidFill>
              <a:srgbClr val="EDF0F4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REF_grid_cell_3_0">
              <a:extLst>
                <a:ext uri="{FF2B5EF4-FFF2-40B4-BE49-F238E27FC236}">
                  <a16:creationId xmlns:a16="http://schemas.microsoft.com/office/drawing/2014/main" id="{3B6AF693-AF81-3B9A-4782-92F42031C77A}"/>
                </a:ext>
              </a:extLst>
            </p:cNvPr>
            <p:cNvSpPr/>
            <p:nvPr/>
          </p:nvSpPr>
          <p:spPr>
            <a:xfrm>
              <a:off x="10795641" y="6929755"/>
              <a:ext cx="187631" cy="188673"/>
            </a:xfrm>
            <a:prstGeom prst="rect">
              <a:avLst/>
            </a:prstGeom>
            <a:solidFill>
              <a:srgbClr val="EDF0F4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REF_grid_cell_3_1">
              <a:extLst>
                <a:ext uri="{FF2B5EF4-FFF2-40B4-BE49-F238E27FC236}">
                  <a16:creationId xmlns:a16="http://schemas.microsoft.com/office/drawing/2014/main" id="{9C277510-E7AA-A5C1-5BFF-F892B6665034}"/>
                </a:ext>
              </a:extLst>
            </p:cNvPr>
            <p:cNvSpPr/>
            <p:nvPr/>
          </p:nvSpPr>
          <p:spPr>
            <a:xfrm>
              <a:off x="10983273" y="6929755"/>
              <a:ext cx="187631" cy="188673"/>
            </a:xfrm>
            <a:prstGeom prst="rect">
              <a:avLst/>
            </a:prstGeom>
            <a:solidFill>
              <a:srgbClr val="7E8EB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5" name="文本框 224">
            <a:extLst>
              <a:ext uri="{FF2B5EF4-FFF2-40B4-BE49-F238E27FC236}">
                <a16:creationId xmlns:a16="http://schemas.microsoft.com/office/drawing/2014/main" id="{7E94B9D5-766E-725D-E3FA-BA3486548CAF}"/>
              </a:ext>
            </a:extLst>
          </p:cNvPr>
          <p:cNvSpPr txBox="1"/>
          <p:nvPr/>
        </p:nvSpPr>
        <p:spPr>
          <a:xfrm>
            <a:off x="8229600" y="4851400"/>
            <a:ext cx="1854200" cy="266700"/>
          </a:xfrm>
          <a:prstGeom prst="rect">
            <a:avLst/>
          </a:prstGeom>
          <a:noFill/>
        </p:spPr>
        <p:txBody>
          <a:bodyPr wrap="none" rtlCol="0" anchor="ctr" lIns="0" rIns="0" tIns="0" bIns="0">
            <a:spAutoFit/>
          </a:bodyPr>
          <a:lstStyle/>
          <a:p>
            <a:pPr algn="ctr"/>
            <a:r>
              <a:rPr lang="en-US" altLang="zh-CN" sz="1500" b="1">
                <a:latin typeface="微软雅黑" panose="020B0503020204020204" pitchFamily="34" charset="-122"/>
                <a:ea typeface="微软雅黑" panose="020B0503020204020204" pitchFamily="34" charset="-122"/>
              </a:rPr>
              <a:t>Bidirectional GRU</a:t>
            </a:r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DA6DE260-927F-B674-51BB-937BA0199892}"/>
              </a:ext>
            </a:extLst>
          </p:cNvPr>
          <p:cNvSpPr txBox="1"/>
          <p:nvPr/>
        </p:nvSpPr>
        <p:spPr>
          <a:xfrm>
            <a:off x="8456803" y="5143500"/>
            <a:ext cx="1410208" cy="254000"/>
          </a:xfrm>
          <a:prstGeom prst="rect">
            <a:avLst/>
          </a:prstGeom>
          <a:noFill/>
        </p:spPr>
        <p:txBody>
          <a:bodyPr wrap="none" rtlCol="0" lIns="0" rIns="0" tIns="0" bIns="0" anchor="ctr">
            <a:spAutoFit/>
          </a:bodyPr>
          <a:lstStyle/>
          <a:p>
            <a:pPr algn="ctr"/>
            <a:r>
              <a:rPr lang="en-US" altLang="zh-CN" sz="1300" b="1">
                <a:latin typeface="微软雅黑" panose="020B0503020204020204" pitchFamily="34" charset="-122"/>
                <a:ea typeface="微软雅黑" panose="020B0503020204020204" pitchFamily="34" charset="-122"/>
              </a:rPr>
              <a:t>1×1 · 96→64</a:t>
            </a: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332FCB39-255C-AE1A-EA7B-4634DA004A99}"/>
              </a:ext>
            </a:extLst>
          </p:cNvPr>
          <p:cNvSpPr txBox="1"/>
          <p:nvPr/>
        </p:nvSpPr>
        <p:spPr>
          <a:xfrm>
            <a:off x="8456803" y="6921500"/>
            <a:ext cx="1410208" cy="254000"/>
          </a:xfrm>
          <a:prstGeom prst="rect">
            <a:avLst/>
          </a:prstGeom>
          <a:noFill/>
        </p:spPr>
        <p:txBody>
          <a:bodyPr wrap="none" rtlCol="0" anchor="ctr" lIns="0" rIns="0" tIns="0" bIns="0">
            <a:spAutoFit/>
          </a:bodyPr>
          <a:lstStyle/>
          <a:p>
            <a:pPr algn="ctr"/>
            <a:r>
              <a:rPr lang="en-US" altLang="zh-CN" sz="1300" b="1">
                <a:latin typeface="微软雅黑" panose="020B0503020204020204" pitchFamily="34" charset="-122"/>
                <a:ea typeface="微软雅黑" panose="020B0503020204020204" pitchFamily="34" charset="-122"/>
              </a:rPr>
              <a:t>LayerNorm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20" name="组合 1319">
            <a:extLst>
              <a:ext uri="{FF2B5EF4-FFF2-40B4-BE49-F238E27FC236}">
                <a16:creationId xmlns:a16="http://schemas.microsoft.com/office/drawing/2014/main" id="{5770307E-ADD9-623F-5128-9F467A56D4DB}"/>
              </a:ext>
            </a:extLst>
          </p:cNvPr>
          <p:cNvGrpSpPr/>
          <p:nvPr/>
        </p:nvGrpSpPr>
        <p:grpSpPr>
          <a:xfrm>
            <a:off x="54509" y="8458200"/>
            <a:ext cx="7414411" cy="4427215"/>
            <a:chOff x="-5178" y="10123284"/>
            <a:chExt cx="7414411" cy="3501318"/>
          </a:xfrm>
        </p:grpSpPr>
        <p:sp>
          <p:nvSpPr>
            <p:cNvPr id="1138" name="MD_GreenPill">
              <a:extLst>
                <a:ext uri="{FF2B5EF4-FFF2-40B4-BE49-F238E27FC236}">
                  <a16:creationId xmlns:a16="http://schemas.microsoft.com/office/drawing/2014/main" id="{CF6A2F08-A6ED-77F5-027A-EAA0A5EF3008}"/>
                </a:ext>
              </a:extLst>
            </p:cNvPr>
            <p:cNvSpPr/>
            <p:nvPr/>
          </p:nvSpPr>
          <p:spPr>
            <a:xfrm>
              <a:off x="6543697" y="11171838"/>
              <a:ext cx="552323" cy="763340"/>
            </a:xfrm>
            <a:prstGeom prst="roundRect">
              <a:avLst>
                <a:gd name="adj" fmla="val 22000"/>
              </a:avLst>
            </a:prstGeom>
            <a:solidFill>
              <a:srgbClr val="C4E9E3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7" name="MD_GreenPill">
              <a:extLst>
                <a:ext uri="{FF2B5EF4-FFF2-40B4-BE49-F238E27FC236}">
                  <a16:creationId xmlns:a16="http://schemas.microsoft.com/office/drawing/2014/main" id="{7D419882-8390-63ED-26B2-EB5A796ED3ED}"/>
                </a:ext>
              </a:extLst>
            </p:cNvPr>
            <p:cNvSpPr/>
            <p:nvPr/>
          </p:nvSpPr>
          <p:spPr>
            <a:xfrm>
              <a:off x="5759954" y="10549152"/>
              <a:ext cx="473456" cy="2008791"/>
            </a:xfrm>
            <a:prstGeom prst="roundRect">
              <a:avLst>
                <a:gd name="adj" fmla="val 22000"/>
              </a:avLst>
            </a:prstGeom>
            <a:solidFill>
              <a:srgbClr val="E6E9F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0" name="矩形: 圆角 1039">
              <a:extLst>
                <a:ext uri="{FF2B5EF4-FFF2-40B4-BE49-F238E27FC236}">
                  <a16:creationId xmlns:a16="http://schemas.microsoft.com/office/drawing/2014/main" id="{4FE872AA-F0C4-084A-580F-A79B95AA822F}"/>
                </a:ext>
              </a:extLst>
            </p:cNvPr>
            <p:cNvSpPr/>
            <p:nvPr/>
          </p:nvSpPr>
          <p:spPr>
            <a:xfrm>
              <a:off x="2416412" y="10222753"/>
              <a:ext cx="2808097" cy="652857"/>
            </a:xfrm>
            <a:prstGeom prst="roundRect">
              <a:avLst>
                <a:gd name="adj" fmla="val 16000"/>
              </a:avLst>
            </a:prstGeom>
            <a:solidFill>
              <a:srgbClr val="F5F7F8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18" name="组合 1117">
              <a:extLst>
                <a:ext uri="{FF2B5EF4-FFF2-40B4-BE49-F238E27FC236}">
                  <a16:creationId xmlns:a16="http://schemas.microsoft.com/office/drawing/2014/main" id="{BEC8AC81-49D2-5B8C-BE2A-3CCBBF316A86}"/>
                </a:ext>
              </a:extLst>
            </p:cNvPr>
            <p:cNvGrpSpPr/>
            <p:nvPr/>
          </p:nvGrpSpPr>
          <p:grpSpPr>
            <a:xfrm>
              <a:off x="2495263" y="10370078"/>
              <a:ext cx="377898" cy="296045"/>
              <a:chOff x="2479334" y="10461911"/>
              <a:chExt cx="215088" cy="155813"/>
            </a:xfrm>
          </p:grpSpPr>
          <p:cxnSp>
            <p:nvCxnSpPr>
              <p:cNvPr id="1041" name="直接连接符 1040">
                <a:extLst>
                  <a:ext uri="{FF2B5EF4-FFF2-40B4-BE49-F238E27FC236}">
                    <a16:creationId xmlns:a16="http://schemas.microsoft.com/office/drawing/2014/main" id="{D31C3F7C-3073-4F98-F9DF-CDF0DC436241}"/>
                  </a:ext>
                </a:extLst>
              </p:cNvPr>
              <p:cNvCxnSpPr/>
              <p:nvPr/>
            </p:nvCxnSpPr>
            <p:spPr>
              <a:xfrm flipV="1">
                <a:off x="2479334" y="10524236"/>
                <a:ext cx="0" cy="93488"/>
              </a:xfrm>
              <a:prstGeom prst="line">
                <a:avLst/>
              </a:prstGeom>
              <a:ln w="19050">
                <a:solidFill>
                  <a:srgbClr val="8491B4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2" name="直接连接符 1041">
                <a:extLst>
                  <a:ext uri="{FF2B5EF4-FFF2-40B4-BE49-F238E27FC236}">
                    <a16:creationId xmlns:a16="http://schemas.microsoft.com/office/drawing/2014/main" id="{34B49014-396B-6D08-BAB4-54627B50BDCA}"/>
                  </a:ext>
                </a:extLst>
              </p:cNvPr>
              <p:cNvCxnSpPr/>
              <p:nvPr/>
            </p:nvCxnSpPr>
            <p:spPr>
              <a:xfrm>
                <a:off x="2479334" y="10617724"/>
                <a:ext cx="215088" cy="0"/>
              </a:xfrm>
              <a:prstGeom prst="line">
                <a:avLst/>
              </a:prstGeom>
              <a:ln w="19050">
                <a:solidFill>
                  <a:srgbClr val="8491B4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3" name="任意多边形: 形状 1042">
                <a:extLst>
                  <a:ext uri="{FF2B5EF4-FFF2-40B4-BE49-F238E27FC236}">
                    <a16:creationId xmlns:a16="http://schemas.microsoft.com/office/drawing/2014/main" id="{533D12E8-5D76-9106-76DB-6C8265780695}"/>
                  </a:ext>
                </a:extLst>
              </p:cNvPr>
              <p:cNvSpPr/>
              <p:nvPr/>
            </p:nvSpPr>
            <p:spPr>
              <a:xfrm>
                <a:off x="2503233" y="10461911"/>
                <a:ext cx="137418" cy="132442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215901">
                    <a:moveTo>
                      <a:pt x="0" y="215900"/>
                    </a:moveTo>
                    <a:lnTo>
                      <a:pt x="50800" y="165100"/>
                    </a:lnTo>
                    <a:lnTo>
                      <a:pt x="101600" y="215900"/>
                    </a:lnTo>
                    <a:lnTo>
                      <a:pt x="165100" y="139700"/>
                    </a:lnTo>
                    <a:lnTo>
                      <a:pt x="215900" y="177800"/>
                    </a:lnTo>
                    <a:lnTo>
                      <a:pt x="292100" y="0"/>
                    </a:lnTo>
                  </a:path>
                </a:pathLst>
              </a:custGeom>
              <a:ln w="22225">
                <a:solidFill>
                  <a:srgbClr val="8491B4"/>
                </a:solidFill>
                <a:prstDash val="solid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044" name="直接连接符 1043">
              <a:extLst>
                <a:ext uri="{FF2B5EF4-FFF2-40B4-BE49-F238E27FC236}">
                  <a16:creationId xmlns:a16="http://schemas.microsoft.com/office/drawing/2014/main" id="{C2684BDE-9F1F-F579-CC08-82174A8208FC}"/>
                </a:ext>
              </a:extLst>
            </p:cNvPr>
            <p:cNvCxnSpPr/>
            <p:nvPr/>
          </p:nvCxnSpPr>
          <p:spPr>
            <a:xfrm>
              <a:off x="4555342" y="10315544"/>
              <a:ext cx="0" cy="451858"/>
            </a:xfrm>
            <a:prstGeom prst="line">
              <a:avLst/>
            </a:prstGeom>
            <a:ln w="22225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直接连接符 1044">
              <a:extLst>
                <a:ext uri="{FF2B5EF4-FFF2-40B4-BE49-F238E27FC236}">
                  <a16:creationId xmlns:a16="http://schemas.microsoft.com/office/drawing/2014/main" id="{84863CE3-553D-F922-E0A1-2472404B07B6}"/>
                </a:ext>
              </a:extLst>
            </p:cNvPr>
            <p:cNvCxnSpPr/>
            <p:nvPr/>
          </p:nvCxnSpPr>
          <p:spPr>
            <a:xfrm>
              <a:off x="4555342" y="10767402"/>
              <a:ext cx="525770" cy="0"/>
            </a:xfrm>
            <a:prstGeom prst="line">
              <a:avLst/>
            </a:prstGeom>
            <a:ln w="22225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直接连接符 1045">
              <a:extLst>
                <a:ext uri="{FF2B5EF4-FFF2-40B4-BE49-F238E27FC236}">
                  <a16:creationId xmlns:a16="http://schemas.microsoft.com/office/drawing/2014/main" id="{AAD7E7E6-EBD4-859D-9950-95FD12628526}"/>
                </a:ext>
              </a:extLst>
            </p:cNvPr>
            <p:cNvCxnSpPr/>
            <p:nvPr/>
          </p:nvCxnSpPr>
          <p:spPr>
            <a:xfrm>
              <a:off x="4555342" y="10568584"/>
              <a:ext cx="489922" cy="0"/>
            </a:xfrm>
            <a:prstGeom prst="line">
              <a:avLst/>
            </a:prstGeom>
            <a:ln w="13970">
              <a:solidFill>
                <a:srgbClr val="787878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任意多边形: 形状 1046">
              <a:extLst>
                <a:ext uri="{FF2B5EF4-FFF2-40B4-BE49-F238E27FC236}">
                  <a16:creationId xmlns:a16="http://schemas.microsoft.com/office/drawing/2014/main" id="{BBA61007-B8DF-C2E4-1C59-E3001060675F}"/>
                </a:ext>
              </a:extLst>
            </p:cNvPr>
            <p:cNvSpPr/>
            <p:nvPr/>
          </p:nvSpPr>
          <p:spPr>
            <a:xfrm>
              <a:off x="4573266" y="10331125"/>
              <a:ext cx="471999" cy="373952"/>
            </a:xfrm>
            <a:custGeom>
              <a:avLst/>
              <a:gdLst/>
              <a:ahLst/>
              <a:cxnLst/>
              <a:rect l="0" t="0" r="0" b="0"/>
              <a:pathLst>
                <a:path w="1003301" h="609601">
                  <a:moveTo>
                    <a:pt x="0" y="355600"/>
                  </a:moveTo>
                  <a:lnTo>
                    <a:pt x="88900" y="381000"/>
                  </a:lnTo>
                  <a:lnTo>
                    <a:pt x="165100" y="609600"/>
                  </a:lnTo>
                  <a:lnTo>
                    <a:pt x="241300" y="101600"/>
                  </a:lnTo>
                  <a:lnTo>
                    <a:pt x="330200" y="457200"/>
                  </a:lnTo>
                  <a:lnTo>
                    <a:pt x="457200" y="368300"/>
                  </a:lnTo>
                  <a:lnTo>
                    <a:pt x="584200" y="292100"/>
                  </a:lnTo>
                  <a:lnTo>
                    <a:pt x="736600" y="0"/>
                  </a:lnTo>
                  <a:lnTo>
                    <a:pt x="901700" y="152400"/>
                  </a:lnTo>
                  <a:lnTo>
                    <a:pt x="1003300" y="330200"/>
                  </a:lnTo>
                </a:path>
              </a:pathLst>
            </a:custGeom>
            <a:ln w="26670">
              <a:solidFill>
                <a:srgbClr val="8491B4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" name="矩形: 圆角 1047">
              <a:extLst>
                <a:ext uri="{FF2B5EF4-FFF2-40B4-BE49-F238E27FC236}">
                  <a16:creationId xmlns:a16="http://schemas.microsoft.com/office/drawing/2014/main" id="{67118D72-BC2D-C32C-629C-7B7C9CF89345}"/>
                </a:ext>
              </a:extLst>
            </p:cNvPr>
            <p:cNvSpPr/>
            <p:nvPr/>
          </p:nvSpPr>
          <p:spPr>
            <a:xfrm>
              <a:off x="2416412" y="11227074"/>
              <a:ext cx="2808097" cy="652857"/>
            </a:xfrm>
            <a:prstGeom prst="roundRect">
              <a:avLst>
                <a:gd name="adj" fmla="val 16000"/>
              </a:avLst>
            </a:prstGeom>
            <a:solidFill>
              <a:srgbClr val="F5F7F8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17" name="组合 1116">
              <a:extLst>
                <a:ext uri="{FF2B5EF4-FFF2-40B4-BE49-F238E27FC236}">
                  <a16:creationId xmlns:a16="http://schemas.microsoft.com/office/drawing/2014/main" id="{2AB297B0-A640-D24D-3EB3-CB0214D11C95}"/>
                </a:ext>
              </a:extLst>
            </p:cNvPr>
            <p:cNvGrpSpPr/>
            <p:nvPr/>
          </p:nvGrpSpPr>
          <p:grpSpPr>
            <a:xfrm>
              <a:off x="2554638" y="11429607"/>
              <a:ext cx="313341" cy="296045"/>
              <a:chOff x="2479334" y="11443533"/>
              <a:chExt cx="215088" cy="155813"/>
            </a:xfrm>
          </p:grpSpPr>
          <p:cxnSp>
            <p:nvCxnSpPr>
              <p:cNvPr id="1049" name="直接连接符 1048">
                <a:extLst>
                  <a:ext uri="{FF2B5EF4-FFF2-40B4-BE49-F238E27FC236}">
                    <a16:creationId xmlns:a16="http://schemas.microsoft.com/office/drawing/2014/main" id="{C105D020-1DE8-2F30-F08C-73A05103D197}"/>
                  </a:ext>
                </a:extLst>
              </p:cNvPr>
              <p:cNvCxnSpPr/>
              <p:nvPr/>
            </p:nvCxnSpPr>
            <p:spPr>
              <a:xfrm flipV="1">
                <a:off x="2479334" y="11505858"/>
                <a:ext cx="0" cy="93488"/>
              </a:xfrm>
              <a:prstGeom prst="line">
                <a:avLst/>
              </a:prstGeom>
              <a:ln w="19050">
                <a:solidFill>
                  <a:srgbClr val="E64B3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0" name="直接连接符 1049">
                <a:extLst>
                  <a:ext uri="{FF2B5EF4-FFF2-40B4-BE49-F238E27FC236}">
                    <a16:creationId xmlns:a16="http://schemas.microsoft.com/office/drawing/2014/main" id="{5790AFE0-170A-394F-1CE8-8FCEF1D3815E}"/>
                  </a:ext>
                </a:extLst>
              </p:cNvPr>
              <p:cNvCxnSpPr/>
              <p:nvPr/>
            </p:nvCxnSpPr>
            <p:spPr>
              <a:xfrm>
                <a:off x="2479334" y="11599346"/>
                <a:ext cx="215088" cy="0"/>
              </a:xfrm>
              <a:prstGeom prst="line">
                <a:avLst/>
              </a:prstGeom>
              <a:ln w="19050">
                <a:solidFill>
                  <a:srgbClr val="E64B35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1" name="任意多边形: 形状 1050">
                <a:extLst>
                  <a:ext uri="{FF2B5EF4-FFF2-40B4-BE49-F238E27FC236}">
                    <a16:creationId xmlns:a16="http://schemas.microsoft.com/office/drawing/2014/main" id="{819AE0E3-F5C1-D003-450D-C0C944582453}"/>
                  </a:ext>
                </a:extLst>
              </p:cNvPr>
              <p:cNvSpPr/>
              <p:nvPr/>
            </p:nvSpPr>
            <p:spPr>
              <a:xfrm>
                <a:off x="2503233" y="11443533"/>
                <a:ext cx="137418" cy="132442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215901">
                    <a:moveTo>
                      <a:pt x="0" y="215900"/>
                    </a:moveTo>
                    <a:lnTo>
                      <a:pt x="50800" y="165100"/>
                    </a:lnTo>
                    <a:lnTo>
                      <a:pt x="101600" y="215900"/>
                    </a:lnTo>
                    <a:lnTo>
                      <a:pt x="165100" y="139700"/>
                    </a:lnTo>
                    <a:lnTo>
                      <a:pt x="215900" y="177800"/>
                    </a:lnTo>
                    <a:lnTo>
                      <a:pt x="292100" y="0"/>
                    </a:lnTo>
                  </a:path>
                </a:pathLst>
              </a:custGeom>
              <a:ln w="22225">
                <a:solidFill>
                  <a:srgbClr val="E64B35"/>
                </a:solidFill>
                <a:prstDash val="solid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052" name="直接连接符 1051">
              <a:extLst>
                <a:ext uri="{FF2B5EF4-FFF2-40B4-BE49-F238E27FC236}">
                  <a16:creationId xmlns:a16="http://schemas.microsoft.com/office/drawing/2014/main" id="{DF3546AB-A178-0418-E2D3-9794992A26A8}"/>
                </a:ext>
              </a:extLst>
            </p:cNvPr>
            <p:cNvCxnSpPr/>
            <p:nvPr/>
          </p:nvCxnSpPr>
          <p:spPr>
            <a:xfrm>
              <a:off x="4555342" y="11297166"/>
              <a:ext cx="0" cy="451858"/>
            </a:xfrm>
            <a:prstGeom prst="line">
              <a:avLst/>
            </a:prstGeom>
            <a:ln w="22225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直接连接符 1052">
              <a:extLst>
                <a:ext uri="{FF2B5EF4-FFF2-40B4-BE49-F238E27FC236}">
                  <a16:creationId xmlns:a16="http://schemas.microsoft.com/office/drawing/2014/main" id="{837156B6-BA32-8EA9-1B62-0BC7C3705017}"/>
                </a:ext>
              </a:extLst>
            </p:cNvPr>
            <p:cNvCxnSpPr/>
            <p:nvPr/>
          </p:nvCxnSpPr>
          <p:spPr>
            <a:xfrm>
              <a:off x="4555342" y="11749024"/>
              <a:ext cx="525770" cy="0"/>
            </a:xfrm>
            <a:prstGeom prst="line">
              <a:avLst/>
            </a:prstGeom>
            <a:ln w="22225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4" name="任意多边形: 形状 1053">
              <a:extLst>
                <a:ext uri="{FF2B5EF4-FFF2-40B4-BE49-F238E27FC236}">
                  <a16:creationId xmlns:a16="http://schemas.microsoft.com/office/drawing/2014/main" id="{85C5B57D-09F9-F49D-4C66-9B5ECAE61819}"/>
                </a:ext>
              </a:extLst>
            </p:cNvPr>
            <p:cNvSpPr/>
            <p:nvPr/>
          </p:nvSpPr>
          <p:spPr>
            <a:xfrm>
              <a:off x="4567291" y="11312747"/>
              <a:ext cx="460050" cy="428486"/>
            </a:xfrm>
            <a:custGeom>
              <a:avLst/>
              <a:gdLst/>
              <a:ahLst/>
              <a:cxnLst/>
              <a:rect l="0" t="0" r="0" b="0"/>
              <a:pathLst>
                <a:path w="977901" h="698501">
                  <a:moveTo>
                    <a:pt x="0" y="660400"/>
                  </a:moveTo>
                  <a:lnTo>
                    <a:pt x="127000" y="698500"/>
                  </a:lnTo>
                  <a:lnTo>
                    <a:pt x="254000" y="647700"/>
                  </a:lnTo>
                  <a:lnTo>
                    <a:pt x="406400" y="546100"/>
                  </a:lnTo>
                  <a:lnTo>
                    <a:pt x="558800" y="431800"/>
                  </a:lnTo>
                  <a:lnTo>
                    <a:pt x="698500" y="279400"/>
                  </a:lnTo>
                  <a:lnTo>
                    <a:pt x="825500" y="76200"/>
                  </a:lnTo>
                  <a:lnTo>
                    <a:pt x="977900" y="0"/>
                  </a:lnTo>
                </a:path>
              </a:pathLst>
            </a:custGeom>
            <a:ln w="27940">
              <a:solidFill>
                <a:srgbClr val="E64B35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5" name="任意多边形: 形状 1054">
              <a:extLst>
                <a:ext uri="{FF2B5EF4-FFF2-40B4-BE49-F238E27FC236}">
                  <a16:creationId xmlns:a16="http://schemas.microsoft.com/office/drawing/2014/main" id="{F0153AF0-9FFF-F96B-F4A7-7BD3935645C7}"/>
                </a:ext>
              </a:extLst>
            </p:cNvPr>
            <p:cNvSpPr/>
            <p:nvPr/>
          </p:nvSpPr>
          <p:spPr>
            <a:xfrm>
              <a:off x="4579240" y="11421816"/>
              <a:ext cx="466024" cy="303836"/>
            </a:xfrm>
            <a:custGeom>
              <a:avLst/>
              <a:gdLst/>
              <a:ahLst/>
              <a:cxnLst/>
              <a:rect l="0" t="0" r="0" b="0"/>
              <a:pathLst>
                <a:path w="990601" h="495301">
                  <a:moveTo>
                    <a:pt x="0" y="457200"/>
                  </a:moveTo>
                  <a:lnTo>
                    <a:pt x="127000" y="495300"/>
                  </a:lnTo>
                  <a:lnTo>
                    <a:pt x="279400" y="431800"/>
                  </a:lnTo>
                  <a:lnTo>
                    <a:pt x="431800" y="355600"/>
                  </a:lnTo>
                  <a:lnTo>
                    <a:pt x="584200" y="177800"/>
                  </a:lnTo>
                  <a:lnTo>
                    <a:pt x="723900" y="0"/>
                  </a:lnTo>
                  <a:lnTo>
                    <a:pt x="876300" y="177800"/>
                  </a:lnTo>
                  <a:lnTo>
                    <a:pt x="990600" y="114300"/>
                  </a:lnTo>
                </a:path>
              </a:pathLst>
            </a:custGeom>
            <a:ln w="22860" cap="rnd">
              <a:solidFill>
                <a:srgbClr val="F39B7F"/>
              </a:solidFill>
              <a:prstDash val="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6" name="矩形: 圆角 1055">
              <a:extLst>
                <a:ext uri="{FF2B5EF4-FFF2-40B4-BE49-F238E27FC236}">
                  <a16:creationId xmlns:a16="http://schemas.microsoft.com/office/drawing/2014/main" id="{54887B1F-CB7A-EEE2-E4AD-DB9B5A713B5E}"/>
                </a:ext>
              </a:extLst>
            </p:cNvPr>
            <p:cNvSpPr/>
            <p:nvPr/>
          </p:nvSpPr>
          <p:spPr>
            <a:xfrm>
              <a:off x="2416412" y="12231515"/>
              <a:ext cx="2808097" cy="652857"/>
            </a:xfrm>
            <a:prstGeom prst="roundRect">
              <a:avLst>
                <a:gd name="adj" fmla="val 16000"/>
              </a:avLst>
            </a:prstGeom>
            <a:solidFill>
              <a:srgbClr val="F5F7F8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15" name="组合 1114">
              <a:extLst>
                <a:ext uri="{FF2B5EF4-FFF2-40B4-BE49-F238E27FC236}">
                  <a16:creationId xmlns:a16="http://schemas.microsoft.com/office/drawing/2014/main" id="{C01FD941-3FAB-1C0C-2334-C07C61AD44D3}"/>
                </a:ext>
              </a:extLst>
            </p:cNvPr>
            <p:cNvGrpSpPr/>
            <p:nvPr/>
          </p:nvGrpSpPr>
          <p:grpSpPr>
            <a:xfrm>
              <a:off x="2559804" y="12427246"/>
              <a:ext cx="313357" cy="243673"/>
              <a:chOff x="2479334" y="12425155"/>
              <a:chExt cx="215088" cy="155813"/>
            </a:xfrm>
          </p:grpSpPr>
          <p:cxnSp>
            <p:nvCxnSpPr>
              <p:cNvPr id="1057" name="直接连接符 1056">
                <a:extLst>
                  <a:ext uri="{FF2B5EF4-FFF2-40B4-BE49-F238E27FC236}">
                    <a16:creationId xmlns:a16="http://schemas.microsoft.com/office/drawing/2014/main" id="{6CD7CAD7-A2FE-8DDC-5BDD-DF9C557C5FF4}"/>
                  </a:ext>
                </a:extLst>
              </p:cNvPr>
              <p:cNvCxnSpPr/>
              <p:nvPr/>
            </p:nvCxnSpPr>
            <p:spPr>
              <a:xfrm flipV="1">
                <a:off x="2479334" y="12487480"/>
                <a:ext cx="0" cy="93488"/>
              </a:xfrm>
              <a:prstGeom prst="line">
                <a:avLst/>
              </a:prstGeom>
              <a:ln w="19050">
                <a:solidFill>
                  <a:srgbClr val="00A087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8" name="直接连接符 1057">
                <a:extLst>
                  <a:ext uri="{FF2B5EF4-FFF2-40B4-BE49-F238E27FC236}">
                    <a16:creationId xmlns:a16="http://schemas.microsoft.com/office/drawing/2014/main" id="{D30C0B0D-C5BA-2918-1505-C0C69D5A448D}"/>
                  </a:ext>
                </a:extLst>
              </p:cNvPr>
              <p:cNvCxnSpPr/>
              <p:nvPr/>
            </p:nvCxnSpPr>
            <p:spPr>
              <a:xfrm>
                <a:off x="2479334" y="12580968"/>
                <a:ext cx="215088" cy="0"/>
              </a:xfrm>
              <a:prstGeom prst="line">
                <a:avLst/>
              </a:prstGeom>
              <a:ln w="19050">
                <a:solidFill>
                  <a:srgbClr val="00A087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9" name="任意多边形: 形状 1058">
                <a:extLst>
                  <a:ext uri="{FF2B5EF4-FFF2-40B4-BE49-F238E27FC236}">
                    <a16:creationId xmlns:a16="http://schemas.microsoft.com/office/drawing/2014/main" id="{96766EEB-75D2-86C0-B57B-46E9784F4500}"/>
                  </a:ext>
                </a:extLst>
              </p:cNvPr>
              <p:cNvSpPr/>
              <p:nvPr/>
            </p:nvSpPr>
            <p:spPr>
              <a:xfrm>
                <a:off x="2503233" y="12425155"/>
                <a:ext cx="137418" cy="132442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215901">
                    <a:moveTo>
                      <a:pt x="0" y="215900"/>
                    </a:moveTo>
                    <a:lnTo>
                      <a:pt x="50800" y="165100"/>
                    </a:lnTo>
                    <a:lnTo>
                      <a:pt x="101600" y="215900"/>
                    </a:lnTo>
                    <a:lnTo>
                      <a:pt x="165100" y="139700"/>
                    </a:lnTo>
                    <a:lnTo>
                      <a:pt x="215900" y="177800"/>
                    </a:lnTo>
                    <a:lnTo>
                      <a:pt x="292100" y="0"/>
                    </a:lnTo>
                  </a:path>
                </a:pathLst>
              </a:custGeom>
              <a:ln w="22225">
                <a:solidFill>
                  <a:srgbClr val="00A087"/>
                </a:solidFill>
                <a:prstDash val="solid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13" name="组合 1112">
              <a:extLst>
                <a:ext uri="{FF2B5EF4-FFF2-40B4-BE49-F238E27FC236}">
                  <a16:creationId xmlns:a16="http://schemas.microsoft.com/office/drawing/2014/main" id="{5D9B8BFF-E88E-170B-C897-9C2A5295711F}"/>
                </a:ext>
              </a:extLst>
            </p:cNvPr>
            <p:cNvGrpSpPr/>
            <p:nvPr/>
          </p:nvGrpSpPr>
          <p:grpSpPr>
            <a:xfrm>
              <a:off x="4555342" y="12350035"/>
              <a:ext cx="569562" cy="388401"/>
              <a:chOff x="4474872" y="12269342"/>
              <a:chExt cx="525770" cy="459649"/>
            </a:xfrm>
          </p:grpSpPr>
          <p:cxnSp>
            <p:nvCxnSpPr>
              <p:cNvPr id="1060" name="直接连接符 1059">
                <a:extLst>
                  <a:ext uri="{FF2B5EF4-FFF2-40B4-BE49-F238E27FC236}">
                    <a16:creationId xmlns:a16="http://schemas.microsoft.com/office/drawing/2014/main" id="{F2163342-4F24-DA2A-02A7-7C6972499575}"/>
                  </a:ext>
                </a:extLst>
              </p:cNvPr>
              <p:cNvCxnSpPr/>
              <p:nvPr/>
            </p:nvCxnSpPr>
            <p:spPr>
              <a:xfrm>
                <a:off x="4474872" y="12269342"/>
                <a:ext cx="0" cy="451858"/>
              </a:xfrm>
              <a:prstGeom prst="line">
                <a:avLst/>
              </a:prstGeom>
              <a:ln w="22225">
                <a:solidFill>
                  <a:srgbClr val="00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1" name="直接连接符 1060">
                <a:extLst>
                  <a:ext uri="{FF2B5EF4-FFF2-40B4-BE49-F238E27FC236}">
                    <a16:creationId xmlns:a16="http://schemas.microsoft.com/office/drawing/2014/main" id="{CEEE47E7-3A14-0E18-2790-57AAA1C687DD}"/>
                  </a:ext>
                </a:extLst>
              </p:cNvPr>
              <p:cNvCxnSpPr/>
              <p:nvPr/>
            </p:nvCxnSpPr>
            <p:spPr>
              <a:xfrm>
                <a:off x="4474872" y="12721200"/>
                <a:ext cx="525770" cy="0"/>
              </a:xfrm>
              <a:prstGeom prst="line">
                <a:avLst/>
              </a:prstGeom>
              <a:ln w="22225">
                <a:solidFill>
                  <a:srgbClr val="00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直接连接符 1061">
                <a:extLst>
                  <a:ext uri="{FF2B5EF4-FFF2-40B4-BE49-F238E27FC236}">
                    <a16:creationId xmlns:a16="http://schemas.microsoft.com/office/drawing/2014/main" id="{641281E4-CFD5-F886-E4FC-FEDDD777F14A}"/>
                  </a:ext>
                </a:extLst>
              </p:cNvPr>
              <p:cNvCxnSpPr/>
              <p:nvPr/>
            </p:nvCxnSpPr>
            <p:spPr>
              <a:xfrm>
                <a:off x="4618264" y="12347249"/>
                <a:ext cx="262885" cy="15581"/>
              </a:xfrm>
              <a:prstGeom prst="line">
                <a:avLst/>
              </a:prstGeom>
              <a:ln w="15240">
                <a:solidFill>
                  <a:srgbClr val="00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3" name="直接连接符 1062">
                <a:extLst>
                  <a:ext uri="{FF2B5EF4-FFF2-40B4-BE49-F238E27FC236}">
                    <a16:creationId xmlns:a16="http://schemas.microsoft.com/office/drawing/2014/main" id="{D1B9FC61-BAE6-0E26-AD9B-76D1321C72DE}"/>
                  </a:ext>
                </a:extLst>
              </p:cNvPr>
              <p:cNvCxnSpPr/>
              <p:nvPr/>
            </p:nvCxnSpPr>
            <p:spPr>
              <a:xfrm>
                <a:off x="4618264" y="12347249"/>
                <a:ext cx="262885" cy="155813"/>
              </a:xfrm>
              <a:prstGeom prst="line">
                <a:avLst/>
              </a:prstGeom>
              <a:ln w="15240">
                <a:solidFill>
                  <a:srgbClr val="00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4" name="直接连接符 1063">
                <a:extLst>
                  <a:ext uri="{FF2B5EF4-FFF2-40B4-BE49-F238E27FC236}">
                    <a16:creationId xmlns:a16="http://schemas.microsoft.com/office/drawing/2014/main" id="{BE098F0C-CBBD-7CC1-8A90-A1A4C531A622}"/>
                  </a:ext>
                </a:extLst>
              </p:cNvPr>
              <p:cNvCxnSpPr/>
              <p:nvPr/>
            </p:nvCxnSpPr>
            <p:spPr>
              <a:xfrm>
                <a:off x="4618264" y="12347249"/>
                <a:ext cx="262885" cy="296045"/>
              </a:xfrm>
              <a:prstGeom prst="line">
                <a:avLst/>
              </a:prstGeom>
              <a:ln w="15240">
                <a:solidFill>
                  <a:srgbClr val="00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5" name="直接连接符 1064">
                <a:extLst>
                  <a:ext uri="{FF2B5EF4-FFF2-40B4-BE49-F238E27FC236}">
                    <a16:creationId xmlns:a16="http://schemas.microsoft.com/office/drawing/2014/main" id="{02E20E41-B6AE-2C7C-0513-291049504E38}"/>
                  </a:ext>
                </a:extLst>
              </p:cNvPr>
              <p:cNvCxnSpPr/>
              <p:nvPr/>
            </p:nvCxnSpPr>
            <p:spPr>
              <a:xfrm flipV="1">
                <a:off x="4618264" y="12362830"/>
                <a:ext cx="262885" cy="140232"/>
              </a:xfrm>
              <a:prstGeom prst="line">
                <a:avLst/>
              </a:prstGeom>
              <a:ln w="15240">
                <a:solidFill>
                  <a:srgbClr val="00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直接连接符 1065">
                <a:extLst>
                  <a:ext uri="{FF2B5EF4-FFF2-40B4-BE49-F238E27FC236}">
                    <a16:creationId xmlns:a16="http://schemas.microsoft.com/office/drawing/2014/main" id="{0D37A0B1-13D6-7AA5-3AFA-D2FA9B20C1B5}"/>
                  </a:ext>
                </a:extLst>
              </p:cNvPr>
              <p:cNvCxnSpPr/>
              <p:nvPr/>
            </p:nvCxnSpPr>
            <p:spPr>
              <a:xfrm>
                <a:off x="4618264" y="12503062"/>
                <a:ext cx="262885" cy="0"/>
              </a:xfrm>
              <a:prstGeom prst="line">
                <a:avLst/>
              </a:prstGeom>
              <a:ln w="15240">
                <a:solidFill>
                  <a:srgbClr val="00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7" name="直接连接符 1066">
                <a:extLst>
                  <a:ext uri="{FF2B5EF4-FFF2-40B4-BE49-F238E27FC236}">
                    <a16:creationId xmlns:a16="http://schemas.microsoft.com/office/drawing/2014/main" id="{3D8358D3-9661-1C6B-D07C-36B5F585405E}"/>
                  </a:ext>
                </a:extLst>
              </p:cNvPr>
              <p:cNvCxnSpPr/>
              <p:nvPr/>
            </p:nvCxnSpPr>
            <p:spPr>
              <a:xfrm>
                <a:off x="4618264" y="12503062"/>
                <a:ext cx="262885" cy="140232"/>
              </a:xfrm>
              <a:prstGeom prst="line">
                <a:avLst/>
              </a:prstGeom>
              <a:ln w="15240">
                <a:solidFill>
                  <a:srgbClr val="00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直接连接符 1067">
                <a:extLst>
                  <a:ext uri="{FF2B5EF4-FFF2-40B4-BE49-F238E27FC236}">
                    <a16:creationId xmlns:a16="http://schemas.microsoft.com/office/drawing/2014/main" id="{F8BCF25B-236E-C302-AA93-3E44D3675D82}"/>
                  </a:ext>
                </a:extLst>
              </p:cNvPr>
              <p:cNvCxnSpPr/>
              <p:nvPr/>
            </p:nvCxnSpPr>
            <p:spPr>
              <a:xfrm flipV="1">
                <a:off x="4618264" y="12362830"/>
                <a:ext cx="262885" cy="296045"/>
              </a:xfrm>
              <a:prstGeom prst="line">
                <a:avLst/>
              </a:prstGeom>
              <a:ln w="15240">
                <a:solidFill>
                  <a:srgbClr val="00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9" name="直接连接符 1068">
                <a:extLst>
                  <a:ext uri="{FF2B5EF4-FFF2-40B4-BE49-F238E27FC236}">
                    <a16:creationId xmlns:a16="http://schemas.microsoft.com/office/drawing/2014/main" id="{5C174691-C016-83F4-CDB8-ABD3A5C33A02}"/>
                  </a:ext>
                </a:extLst>
              </p:cNvPr>
              <p:cNvCxnSpPr/>
              <p:nvPr/>
            </p:nvCxnSpPr>
            <p:spPr>
              <a:xfrm flipV="1">
                <a:off x="4618264" y="12503062"/>
                <a:ext cx="262885" cy="155813"/>
              </a:xfrm>
              <a:prstGeom prst="line">
                <a:avLst/>
              </a:prstGeom>
              <a:ln w="15240">
                <a:solidFill>
                  <a:srgbClr val="00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9" name="直接连接符 1098">
                <a:extLst>
                  <a:ext uri="{FF2B5EF4-FFF2-40B4-BE49-F238E27FC236}">
                    <a16:creationId xmlns:a16="http://schemas.microsoft.com/office/drawing/2014/main" id="{4B323484-4237-7590-2A1D-E86B9387C31D}"/>
                  </a:ext>
                </a:extLst>
              </p:cNvPr>
              <p:cNvCxnSpPr/>
              <p:nvPr/>
            </p:nvCxnSpPr>
            <p:spPr>
              <a:xfrm flipV="1">
                <a:off x="4618264" y="12643293"/>
                <a:ext cx="262885" cy="15581"/>
              </a:xfrm>
              <a:prstGeom prst="line">
                <a:avLst/>
              </a:prstGeom>
              <a:ln w="15240">
                <a:solidFill>
                  <a:srgbClr val="00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1" name="椭圆 1100">
                <a:extLst>
                  <a:ext uri="{FF2B5EF4-FFF2-40B4-BE49-F238E27FC236}">
                    <a16:creationId xmlns:a16="http://schemas.microsoft.com/office/drawing/2014/main" id="{B1ED6A46-FE85-42ED-4652-3A6B799E1C07}"/>
                  </a:ext>
                </a:extLst>
              </p:cNvPr>
              <p:cNvSpPr/>
              <p:nvPr/>
            </p:nvSpPr>
            <p:spPr>
              <a:xfrm>
                <a:off x="4564492" y="12277133"/>
                <a:ext cx="107544" cy="140232"/>
              </a:xfrm>
              <a:prstGeom prst="ellipse">
                <a:avLst/>
              </a:prstGeom>
              <a:solidFill>
                <a:srgbClr val="C4CCDB"/>
              </a:solidFill>
              <a:ln w="13335" cap="flat" cmpd="sng">
                <a:solidFill>
                  <a:srgbClr val="65747F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2" name="椭圆 1101">
                <a:extLst>
                  <a:ext uri="{FF2B5EF4-FFF2-40B4-BE49-F238E27FC236}">
                    <a16:creationId xmlns:a16="http://schemas.microsoft.com/office/drawing/2014/main" id="{9C2CD4AC-A82D-0924-6123-93046B3D9E76}"/>
                  </a:ext>
                </a:extLst>
              </p:cNvPr>
              <p:cNvSpPr/>
              <p:nvPr/>
            </p:nvSpPr>
            <p:spPr>
              <a:xfrm>
                <a:off x="4564492" y="12432946"/>
                <a:ext cx="107544" cy="140232"/>
              </a:xfrm>
              <a:prstGeom prst="ellipse">
                <a:avLst/>
              </a:prstGeom>
              <a:solidFill>
                <a:srgbClr val="C4CCDB"/>
              </a:solidFill>
              <a:ln w="13335" cap="flat" cmpd="sng">
                <a:solidFill>
                  <a:srgbClr val="65747F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3" name="椭圆 1102">
                <a:extLst>
                  <a:ext uri="{FF2B5EF4-FFF2-40B4-BE49-F238E27FC236}">
                    <a16:creationId xmlns:a16="http://schemas.microsoft.com/office/drawing/2014/main" id="{C02CDE11-9CE8-8831-01C7-560B6F77B87F}"/>
                  </a:ext>
                </a:extLst>
              </p:cNvPr>
              <p:cNvSpPr/>
              <p:nvPr/>
            </p:nvSpPr>
            <p:spPr>
              <a:xfrm>
                <a:off x="4564492" y="12588759"/>
                <a:ext cx="107544" cy="140232"/>
              </a:xfrm>
              <a:prstGeom prst="ellipse">
                <a:avLst/>
              </a:prstGeom>
              <a:solidFill>
                <a:srgbClr val="C4CCDB"/>
              </a:solidFill>
              <a:ln w="13335" cap="flat" cmpd="sng">
                <a:solidFill>
                  <a:srgbClr val="65747F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4" name="椭圆 1103">
                <a:extLst>
                  <a:ext uri="{FF2B5EF4-FFF2-40B4-BE49-F238E27FC236}">
                    <a16:creationId xmlns:a16="http://schemas.microsoft.com/office/drawing/2014/main" id="{85FCC417-C8D9-F3A0-3313-2B32CF2DB0AA}"/>
                  </a:ext>
                </a:extLst>
              </p:cNvPr>
              <p:cNvSpPr/>
              <p:nvPr/>
            </p:nvSpPr>
            <p:spPr>
              <a:xfrm>
                <a:off x="4827377" y="12292714"/>
                <a:ext cx="107544" cy="140232"/>
              </a:xfrm>
              <a:prstGeom prst="ellipse">
                <a:avLst/>
              </a:prstGeom>
              <a:solidFill>
                <a:srgbClr val="C4CCDB"/>
              </a:solidFill>
              <a:ln w="13335" cap="flat" cmpd="sng">
                <a:solidFill>
                  <a:srgbClr val="65747F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9" name="椭圆 1108">
                <a:extLst>
                  <a:ext uri="{FF2B5EF4-FFF2-40B4-BE49-F238E27FC236}">
                    <a16:creationId xmlns:a16="http://schemas.microsoft.com/office/drawing/2014/main" id="{F45A20C9-B686-C10B-798B-7255FEABE193}"/>
                  </a:ext>
                </a:extLst>
              </p:cNvPr>
              <p:cNvSpPr/>
              <p:nvPr/>
            </p:nvSpPr>
            <p:spPr>
              <a:xfrm>
                <a:off x="4827377" y="12432946"/>
                <a:ext cx="107544" cy="140232"/>
              </a:xfrm>
              <a:prstGeom prst="ellipse">
                <a:avLst/>
              </a:prstGeom>
              <a:solidFill>
                <a:srgbClr val="C4CCDB"/>
              </a:solidFill>
              <a:ln w="13335" cap="flat" cmpd="sng">
                <a:solidFill>
                  <a:srgbClr val="65747F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1" name="椭圆 1110">
                <a:extLst>
                  <a:ext uri="{FF2B5EF4-FFF2-40B4-BE49-F238E27FC236}">
                    <a16:creationId xmlns:a16="http://schemas.microsoft.com/office/drawing/2014/main" id="{4E1238A8-D173-EDBE-8C8B-6EA6FAD389E5}"/>
                  </a:ext>
                </a:extLst>
              </p:cNvPr>
              <p:cNvSpPr/>
              <p:nvPr/>
            </p:nvSpPr>
            <p:spPr>
              <a:xfrm>
                <a:off x="4827377" y="12573177"/>
                <a:ext cx="107544" cy="140232"/>
              </a:xfrm>
              <a:prstGeom prst="ellipse">
                <a:avLst/>
              </a:prstGeom>
              <a:solidFill>
                <a:srgbClr val="C4CCDB"/>
              </a:solidFill>
              <a:ln w="13335" cap="flat" cmpd="sng">
                <a:solidFill>
                  <a:srgbClr val="65747F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A0908681-A0AE-42D5-71E2-320A14C76DA0}"/>
                </a:ext>
              </a:extLst>
            </p:cNvPr>
            <p:cNvSpPr/>
            <p:nvPr/>
          </p:nvSpPr>
          <p:spPr>
            <a:xfrm>
              <a:off x="363574" y="10012801"/>
              <a:ext cx="6804819" cy="3112552"/>
            </a:xfrm>
            <a:prstGeom prst="roundRect">
              <a:avLst>
                <a:gd name="adj" fmla="val 4723"/>
              </a:avLst>
            </a:prstGeom>
            <a:noFill/>
            <a:ln w="13335" cap="flat" cmpd="sng">
              <a:solidFill>
                <a:srgbClr val="85919A"/>
              </a:solidFill>
              <a:prstDash val="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97CFEFDA-3402-C967-8FE0-45CFEA326E80}"/>
                </a:ext>
              </a:extLst>
            </p:cNvPr>
            <p:cNvGrpSpPr/>
            <p:nvPr/>
          </p:nvGrpSpPr>
          <p:grpSpPr>
            <a:xfrm>
              <a:off x="7798" y="10255921"/>
              <a:ext cx="2554513" cy="1254907"/>
              <a:chOff x="-75332" y="10494257"/>
              <a:chExt cx="2554513" cy="1254907"/>
            </a:xfrm>
          </p:grpSpPr>
          <p:pic>
            <p:nvPicPr>
              <p:cNvPr id="59" name="图形 58">
                <a:extLst>
                  <a:ext uri="{FF2B5EF4-FFF2-40B4-BE49-F238E27FC236}">
                    <a16:creationId xmlns:a16="http://schemas.microsoft.com/office/drawing/2014/main" id="{D10A6EB3-00AD-B874-3358-846F498898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93762" y="10494257"/>
                <a:ext cx="1793082" cy="937436"/>
              </a:xfrm>
              <a:prstGeom prst="rect">
                <a:avLst/>
              </a:prstGeom>
            </p:spPr>
          </p:pic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9A23837-6942-B811-99CC-041BD5EB44C4}"/>
                  </a:ext>
                </a:extLst>
              </p:cNvPr>
              <p:cNvSpPr txBox="1"/>
              <p:nvPr/>
            </p:nvSpPr>
            <p:spPr>
              <a:xfrm>
                <a:off x="-75332" y="11441387"/>
                <a:ext cx="25545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Ground Truth</a:t>
                </a:r>
                <a:endPara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CB8A1190-E0AE-099E-ED32-21C53F337B34}"/>
                </a:ext>
              </a:extLst>
            </p:cNvPr>
            <p:cNvGrpSpPr/>
            <p:nvPr/>
          </p:nvGrpSpPr>
          <p:grpSpPr>
            <a:xfrm>
              <a:off x="-5178" y="11627582"/>
              <a:ext cx="2554513" cy="1255060"/>
              <a:chOff x="-75332" y="12106098"/>
              <a:chExt cx="2554513" cy="1255060"/>
            </a:xfrm>
          </p:grpSpPr>
          <p:pic>
            <p:nvPicPr>
              <p:cNvPr id="56" name="图形 55">
                <a:extLst>
                  <a:ext uri="{FF2B5EF4-FFF2-40B4-BE49-F238E27FC236}">
                    <a16:creationId xmlns:a16="http://schemas.microsoft.com/office/drawing/2014/main" id="{A1FA5E28-A8CE-4376-B4AE-6602E0C348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17361" y="12106098"/>
                <a:ext cx="1788532" cy="940436"/>
              </a:xfrm>
              <a:prstGeom prst="rect">
                <a:avLst/>
              </a:prstGeom>
            </p:spPr>
          </p:pic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70C9419-29ED-DD49-94B0-D6CF8942C8E6}"/>
                  </a:ext>
                </a:extLst>
              </p:cNvPr>
              <p:cNvSpPr txBox="1"/>
              <p:nvPr/>
            </p:nvSpPr>
            <p:spPr>
              <a:xfrm>
                <a:off x="-75332" y="13053381"/>
                <a:ext cx="25545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Predictions</a:t>
                </a:r>
                <a:endPara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1FF121A1-F1FE-1689-71F3-4E4E2F03AEBE}"/>
                </a:ext>
              </a:extLst>
            </p:cNvPr>
            <p:cNvSpPr txBox="1"/>
            <p:nvPr/>
          </p:nvSpPr>
          <p:spPr>
            <a:xfrm>
              <a:off x="2325433" y="12446104"/>
              <a:ext cx="27229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Count Loss</a:t>
              </a:r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98FBECF2-C1DE-5CD6-6163-ACB242BCDF7B}"/>
                </a:ext>
              </a:extLst>
            </p:cNvPr>
            <p:cNvSpPr txBox="1"/>
            <p:nvPr/>
          </p:nvSpPr>
          <p:spPr>
            <a:xfrm>
              <a:off x="2873161" y="11300633"/>
              <a:ext cx="16457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Squared-CDF</a:t>
              </a:r>
            </a:p>
            <a:p>
              <a:pPr algn="ctr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Loss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5A4BB36-84C0-8A60-ABD2-EF93FD8DD735}"/>
                </a:ext>
              </a:extLst>
            </p:cNvPr>
            <p:cNvSpPr txBox="1"/>
            <p:nvPr/>
          </p:nvSpPr>
          <p:spPr>
            <a:xfrm>
              <a:off x="6234089" y="11291928"/>
              <a:ext cx="1171575" cy="523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Total</a:t>
              </a:r>
            </a:p>
            <a:p>
              <a:pPr algn="ctr"/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Loss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134169B9-0AFF-E270-0B73-2E7F5FECD413}"/>
                </a:ext>
              </a:extLst>
            </p:cNvPr>
            <p:cNvCxnSpPr>
              <a:cxnSpLocks/>
            </p:cNvCxnSpPr>
            <p:nvPr/>
          </p:nvCxnSpPr>
          <p:spPr>
            <a:xfrm>
              <a:off x="2156565" y="10549177"/>
              <a:ext cx="0" cy="2008791"/>
            </a:xfrm>
            <a:prstGeom prst="line">
              <a:avLst/>
            </a:prstGeom>
            <a:ln w="22860" cap="flat" cmpd="sng">
              <a:solidFill>
                <a:srgbClr val="39434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F1279541-4F2B-7499-9211-A37B2D31AE48}"/>
                </a:ext>
              </a:extLst>
            </p:cNvPr>
            <p:cNvCxnSpPr>
              <a:cxnSpLocks/>
            </p:cNvCxnSpPr>
            <p:nvPr/>
          </p:nvCxnSpPr>
          <p:spPr>
            <a:xfrm>
              <a:off x="5224520" y="11553564"/>
              <a:ext cx="535432" cy="0"/>
            </a:xfrm>
            <a:prstGeom prst="straightConnector1">
              <a:avLst/>
            </a:prstGeom>
            <a:ln w="22860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2CCB193D-6EB1-C763-F45A-FCAC3B467100}"/>
                </a:ext>
              </a:extLst>
            </p:cNvPr>
            <p:cNvCxnSpPr>
              <a:cxnSpLocks/>
            </p:cNvCxnSpPr>
            <p:nvPr/>
          </p:nvCxnSpPr>
          <p:spPr>
            <a:xfrm>
              <a:off x="2156565" y="10549121"/>
              <a:ext cx="259842" cy="0"/>
            </a:xfrm>
            <a:prstGeom prst="straightConnector1">
              <a:avLst/>
            </a:prstGeom>
            <a:ln w="22860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B0051F39-1073-7192-9663-D8219D96E777}"/>
                </a:ext>
              </a:extLst>
            </p:cNvPr>
            <p:cNvCxnSpPr>
              <a:cxnSpLocks/>
            </p:cNvCxnSpPr>
            <p:nvPr/>
          </p:nvCxnSpPr>
          <p:spPr>
            <a:xfrm>
              <a:off x="2156565" y="12557948"/>
              <a:ext cx="259842" cy="0"/>
            </a:xfrm>
            <a:prstGeom prst="straightConnector1">
              <a:avLst/>
            </a:prstGeom>
            <a:ln w="22860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600BCF65-2060-F22C-8799-F2858A0E6EAF}"/>
                </a:ext>
              </a:extLst>
            </p:cNvPr>
            <p:cNvCxnSpPr>
              <a:cxnSpLocks/>
            </p:cNvCxnSpPr>
            <p:nvPr/>
          </p:nvCxnSpPr>
          <p:spPr>
            <a:xfrm>
              <a:off x="2156557" y="11553494"/>
              <a:ext cx="259842" cy="0"/>
            </a:xfrm>
            <a:prstGeom prst="straightConnector1">
              <a:avLst/>
            </a:prstGeom>
            <a:ln w="22860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69CC327-B758-329E-0A01-49F12E466D73}"/>
                </a:ext>
              </a:extLst>
            </p:cNvPr>
            <p:cNvCxnSpPr>
              <a:cxnSpLocks/>
            </p:cNvCxnSpPr>
            <p:nvPr/>
          </p:nvCxnSpPr>
          <p:spPr>
            <a:xfrm>
              <a:off x="5549597" y="10549100"/>
              <a:ext cx="0" cy="2008791"/>
            </a:xfrm>
            <a:prstGeom prst="line">
              <a:avLst/>
            </a:prstGeom>
            <a:ln w="22860" cap="flat" cmpd="sng">
              <a:solidFill>
                <a:srgbClr val="39434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78032084-5677-27CC-93C2-163892FEFC30}"/>
                </a:ext>
              </a:extLst>
            </p:cNvPr>
            <p:cNvCxnSpPr>
              <a:cxnSpLocks/>
            </p:cNvCxnSpPr>
            <p:nvPr/>
          </p:nvCxnSpPr>
          <p:spPr>
            <a:xfrm>
              <a:off x="5224471" y="10549126"/>
              <a:ext cx="325120" cy="0"/>
            </a:xfrm>
            <a:prstGeom prst="line">
              <a:avLst/>
            </a:prstGeom>
            <a:ln w="22860" cap="flat" cmpd="sng">
              <a:solidFill>
                <a:srgbClr val="39434B"/>
              </a:solidFill>
              <a:rou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EE765918-262B-688F-1051-62E959864511}"/>
                </a:ext>
              </a:extLst>
            </p:cNvPr>
            <p:cNvCxnSpPr>
              <a:cxnSpLocks/>
            </p:cNvCxnSpPr>
            <p:nvPr/>
          </p:nvCxnSpPr>
          <p:spPr>
            <a:xfrm>
              <a:off x="5224471" y="12557938"/>
              <a:ext cx="325120" cy="0"/>
            </a:xfrm>
            <a:prstGeom prst="line">
              <a:avLst/>
            </a:prstGeom>
            <a:ln w="22860" cap="flat" cmpd="sng">
              <a:solidFill>
                <a:srgbClr val="39434B"/>
              </a:solidFill>
              <a:rou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35E18B57-CED8-358E-BB18-10AA4AFBB199}"/>
                </a:ext>
              </a:extLst>
            </p:cNvPr>
            <p:cNvCxnSpPr>
              <a:cxnSpLocks/>
            </p:cNvCxnSpPr>
            <p:nvPr/>
          </p:nvCxnSpPr>
          <p:spPr>
            <a:xfrm>
              <a:off x="1752134" y="10945509"/>
              <a:ext cx="399524" cy="0"/>
            </a:xfrm>
            <a:prstGeom prst="line">
              <a:avLst/>
            </a:prstGeom>
            <a:ln w="22860" cap="flat" cmpd="sng">
              <a:solidFill>
                <a:srgbClr val="39434B"/>
              </a:solidFill>
              <a:rou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E6FF7B43-B387-982E-A32E-3E4CEB88DE75}"/>
                </a:ext>
              </a:extLst>
            </p:cNvPr>
            <p:cNvCxnSpPr>
              <a:cxnSpLocks/>
            </p:cNvCxnSpPr>
            <p:nvPr/>
          </p:nvCxnSpPr>
          <p:spPr>
            <a:xfrm>
              <a:off x="1752134" y="12256149"/>
              <a:ext cx="380666" cy="0"/>
            </a:xfrm>
            <a:prstGeom prst="line">
              <a:avLst/>
            </a:prstGeom>
            <a:ln w="22860" cap="flat" cmpd="sng">
              <a:solidFill>
                <a:srgbClr val="39434B"/>
              </a:solidFill>
              <a:rou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直接箭头连接符 252">
              <a:extLst>
                <a:ext uri="{FF2B5EF4-FFF2-40B4-BE49-F238E27FC236}">
                  <a16:creationId xmlns:a16="http://schemas.microsoft.com/office/drawing/2014/main" id="{FE7A445A-D29C-B9A4-0340-A93C7A5D4466}"/>
                </a:ext>
              </a:extLst>
            </p:cNvPr>
            <p:cNvCxnSpPr>
              <a:cxnSpLocks/>
            </p:cNvCxnSpPr>
            <p:nvPr/>
          </p:nvCxnSpPr>
          <p:spPr>
            <a:xfrm>
              <a:off x="509401" y="11187483"/>
              <a:ext cx="1573167" cy="0"/>
            </a:xfrm>
            <a:prstGeom prst="straightConnector1">
              <a:avLst/>
            </a:prstGeom>
            <a:ln w="11430" cap="flat" cmpd="sng">
              <a:solidFill>
                <a:srgbClr val="65747F"/>
              </a:solidFill>
              <a:round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箭头连接符 253">
              <a:extLst>
                <a:ext uri="{FF2B5EF4-FFF2-40B4-BE49-F238E27FC236}">
                  <a16:creationId xmlns:a16="http://schemas.microsoft.com/office/drawing/2014/main" id="{794372A3-A127-DD89-E904-CD7AC163BEFF}"/>
                </a:ext>
              </a:extLst>
            </p:cNvPr>
            <p:cNvCxnSpPr>
              <a:cxnSpLocks/>
            </p:cNvCxnSpPr>
            <p:nvPr/>
          </p:nvCxnSpPr>
          <p:spPr>
            <a:xfrm>
              <a:off x="494044" y="12570099"/>
              <a:ext cx="1575548" cy="0"/>
            </a:xfrm>
            <a:prstGeom prst="straightConnector1">
              <a:avLst/>
            </a:prstGeom>
            <a:ln w="11430" cap="flat" cmpd="sng">
              <a:solidFill>
                <a:srgbClr val="65747F"/>
              </a:solidFill>
              <a:round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箭头连接符 256">
              <a:extLst>
                <a:ext uri="{FF2B5EF4-FFF2-40B4-BE49-F238E27FC236}">
                  <a16:creationId xmlns:a16="http://schemas.microsoft.com/office/drawing/2014/main" id="{D7710075-30C5-AEC8-D7C0-100340EF27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885" y="11617599"/>
              <a:ext cx="0" cy="952500"/>
            </a:xfrm>
            <a:prstGeom prst="straightConnector1">
              <a:avLst/>
            </a:prstGeom>
            <a:ln w="11430" cap="flat" cmpd="sng">
              <a:solidFill>
                <a:srgbClr val="65747F"/>
              </a:solidFill>
              <a:round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箭头连接符 263">
              <a:extLst>
                <a:ext uri="{FF2B5EF4-FFF2-40B4-BE49-F238E27FC236}">
                  <a16:creationId xmlns:a16="http://schemas.microsoft.com/office/drawing/2014/main" id="{D0B205C4-E96B-7C6D-5289-F8832AC0D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403" y="10237367"/>
              <a:ext cx="0" cy="952500"/>
            </a:xfrm>
            <a:prstGeom prst="straightConnector1">
              <a:avLst/>
            </a:prstGeom>
            <a:ln w="11430" cap="flat" cmpd="sng">
              <a:solidFill>
                <a:srgbClr val="65747F"/>
              </a:solidFill>
              <a:round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92164B80-AD16-4FA7-6EA3-F91F33700514}"/>
                </a:ext>
              </a:extLst>
            </p:cNvPr>
            <p:cNvCxnSpPr>
              <a:cxnSpLocks/>
            </p:cNvCxnSpPr>
            <p:nvPr/>
          </p:nvCxnSpPr>
          <p:spPr>
            <a:xfrm>
              <a:off x="6233454" y="11553560"/>
              <a:ext cx="310261" cy="0"/>
            </a:xfrm>
            <a:prstGeom prst="straightConnector1">
              <a:avLst/>
            </a:prstGeom>
            <a:ln w="22860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A597A5A1-FCDE-4A47-FA22-1061D90EB5B4}"/>
                </a:ext>
              </a:extLst>
            </p:cNvPr>
            <p:cNvSpPr txBox="1"/>
            <p:nvPr/>
          </p:nvSpPr>
          <p:spPr>
            <a:xfrm rot="16200000">
              <a:off x="4578631" y="11380084"/>
              <a:ext cx="27502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α</a:t>
              </a:r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</a:t>
              </a:r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​+</a:t>
              </a:r>
              <a:r>
                <a:rPr lang="el-GR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β</a:t>
              </a:r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Jitter</a:t>
              </a:r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​+</a:t>
              </a:r>
              <a:r>
                <a:rPr lang="el-GR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γ</a:t>
              </a:r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Count</a:t>
              </a:r>
              <a:r>
                <a:rPr lang="en-US" altLang="zh-CN" sz="12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​</a:t>
              </a:r>
              <a:endPara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3298138-3352-E1C2-2C64-3BC1020462F3}"/>
                </a:ext>
              </a:extLst>
            </p:cNvPr>
            <p:cNvSpPr txBox="1"/>
            <p:nvPr/>
          </p:nvSpPr>
          <p:spPr>
            <a:xfrm>
              <a:off x="5196533" y="10268403"/>
              <a:ext cx="2647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l-GR" altLang="zh-CN" sz="1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α</a:t>
              </a:r>
              <a:endParaRPr lang="zh-CN" altLang="en-US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02F00FB5-3047-96C3-8C1F-A095AE4C94CF}"/>
                </a:ext>
              </a:extLst>
            </p:cNvPr>
            <p:cNvSpPr txBox="1"/>
            <p:nvPr/>
          </p:nvSpPr>
          <p:spPr>
            <a:xfrm>
              <a:off x="5196533" y="11246334"/>
              <a:ext cx="2647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l-GR" altLang="zh-CN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β</a:t>
              </a:r>
              <a:endParaRPr lang="zh-CN" altLang="en-US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D37BCA5D-F716-06C3-183B-C0928A760EFF}"/>
                </a:ext>
              </a:extLst>
            </p:cNvPr>
            <p:cNvSpPr txBox="1"/>
            <p:nvPr/>
          </p:nvSpPr>
          <p:spPr>
            <a:xfrm>
              <a:off x="5196533" y="12227990"/>
              <a:ext cx="2647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l-GR" altLang="zh-CN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γ</a:t>
              </a:r>
              <a:endParaRPr lang="zh-CN" altLang="en-US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FB73EA91-76EB-4E43-7225-6A9C1A18E95F}"/>
                </a:ext>
              </a:extLst>
            </p:cNvPr>
            <p:cNvSpPr txBox="1"/>
            <p:nvPr/>
          </p:nvSpPr>
          <p:spPr>
            <a:xfrm>
              <a:off x="2939082" y="10298503"/>
              <a:ext cx="15798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Profile Shape</a:t>
              </a:r>
            </a:p>
            <a:p>
              <a:pPr algn="ctr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Loss</a:t>
              </a:r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7" name="组合 266">
            <a:extLst>
              <a:ext uri="{FF2B5EF4-FFF2-40B4-BE49-F238E27FC236}">
                <a16:creationId xmlns:a16="http://schemas.microsoft.com/office/drawing/2014/main" id="{04D467FC-DAE5-FA7C-5377-983DF40ED49A}"/>
              </a:ext>
            </a:extLst>
          </p:cNvPr>
          <p:cNvGrpSpPr/>
          <p:nvPr/>
        </p:nvGrpSpPr>
        <p:grpSpPr>
          <a:xfrm>
            <a:off x="549201" y="5717624"/>
            <a:ext cx="1082295" cy="1080000"/>
            <a:chOff x="1524000" y="1524000"/>
            <a:chExt cx="2540000" cy="2540000"/>
          </a:xfrm>
        </p:grpSpPr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F559EAD0-B9FE-1D92-1636-652379B7AA4B}"/>
                </a:ext>
              </a:extLst>
            </p:cNvPr>
            <p:cNvSpPr/>
            <p:nvPr/>
          </p:nvSpPr>
          <p:spPr>
            <a:xfrm>
              <a:off x="1524000" y="1524000"/>
              <a:ext cx="508000" cy="508000"/>
            </a:xfrm>
            <a:prstGeom prst="rect">
              <a:avLst/>
            </a:prstGeom>
            <a:solidFill>
              <a:srgbClr val="9FABC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矩形 268">
              <a:extLst>
                <a:ext uri="{FF2B5EF4-FFF2-40B4-BE49-F238E27FC236}">
                  <a16:creationId xmlns:a16="http://schemas.microsoft.com/office/drawing/2014/main" id="{1370C4D4-BECE-B2F3-0CEB-403F51F1372D}"/>
                </a:ext>
              </a:extLst>
            </p:cNvPr>
            <p:cNvSpPr/>
            <p:nvPr/>
          </p:nvSpPr>
          <p:spPr>
            <a:xfrm>
              <a:off x="2032000" y="1524000"/>
              <a:ext cx="508000" cy="508000"/>
            </a:xfrm>
            <a:prstGeom prst="rect">
              <a:avLst/>
            </a:prstGeom>
            <a:solidFill>
              <a:srgbClr val="E6E9F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788C14FB-FE7C-7BD0-BC62-1ABFB04A58C9}"/>
                </a:ext>
              </a:extLst>
            </p:cNvPr>
            <p:cNvSpPr/>
            <p:nvPr/>
          </p:nvSpPr>
          <p:spPr>
            <a:xfrm>
              <a:off x="2540000" y="1524000"/>
              <a:ext cx="508000" cy="508000"/>
            </a:xfrm>
            <a:prstGeom prst="rect">
              <a:avLst/>
            </a:prstGeom>
            <a:solidFill>
              <a:srgbClr val="C4CCDB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矩形 270">
              <a:extLst>
                <a:ext uri="{FF2B5EF4-FFF2-40B4-BE49-F238E27FC236}">
                  <a16:creationId xmlns:a16="http://schemas.microsoft.com/office/drawing/2014/main" id="{B7E74479-0BAC-D3FC-D652-2B43BF87CC52}"/>
                </a:ext>
              </a:extLst>
            </p:cNvPr>
            <p:cNvSpPr/>
            <p:nvPr/>
          </p:nvSpPr>
          <p:spPr>
            <a:xfrm>
              <a:off x="3048000" y="1524000"/>
              <a:ext cx="508000" cy="508000"/>
            </a:xfrm>
            <a:prstGeom prst="rect">
              <a:avLst/>
            </a:prstGeom>
            <a:solidFill>
              <a:srgbClr val="7E8EB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0B726D16-2685-D841-9383-AEC5A0DA7239}"/>
                </a:ext>
              </a:extLst>
            </p:cNvPr>
            <p:cNvSpPr/>
            <p:nvPr/>
          </p:nvSpPr>
          <p:spPr>
            <a:xfrm>
              <a:off x="3556000" y="1524000"/>
              <a:ext cx="508000" cy="508000"/>
            </a:xfrm>
            <a:prstGeom prst="rect">
              <a:avLst/>
            </a:prstGeom>
            <a:solidFill>
              <a:srgbClr val="D4D9E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矩形 272">
              <a:extLst>
                <a:ext uri="{FF2B5EF4-FFF2-40B4-BE49-F238E27FC236}">
                  <a16:creationId xmlns:a16="http://schemas.microsoft.com/office/drawing/2014/main" id="{3FD84018-4434-AEE7-BC0C-A7200088F8A4}"/>
                </a:ext>
              </a:extLst>
            </p:cNvPr>
            <p:cNvSpPr/>
            <p:nvPr/>
          </p:nvSpPr>
          <p:spPr>
            <a:xfrm>
              <a:off x="1524000" y="2032000"/>
              <a:ext cx="508000" cy="508000"/>
            </a:xfrm>
            <a:prstGeom prst="rect">
              <a:avLst/>
            </a:prstGeom>
            <a:solidFill>
              <a:srgbClr val="E6E9F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C8DC9660-47DF-8F53-FC9C-4A2E7A1ECC7B}"/>
                </a:ext>
              </a:extLst>
            </p:cNvPr>
            <p:cNvSpPr/>
            <p:nvPr/>
          </p:nvSpPr>
          <p:spPr>
            <a:xfrm>
              <a:off x="2032000" y="2032000"/>
              <a:ext cx="508000" cy="508000"/>
            </a:xfrm>
            <a:prstGeom prst="rect">
              <a:avLst/>
            </a:prstGeom>
            <a:solidFill>
              <a:srgbClr val="C4CCDB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5E29262B-20D8-876E-3F5F-5843CB0EBD10}"/>
                </a:ext>
              </a:extLst>
            </p:cNvPr>
            <p:cNvSpPr/>
            <p:nvPr/>
          </p:nvSpPr>
          <p:spPr>
            <a:xfrm>
              <a:off x="2540000" y="2032000"/>
              <a:ext cx="508000" cy="508000"/>
            </a:xfrm>
            <a:prstGeom prst="rect">
              <a:avLst/>
            </a:prstGeom>
            <a:solidFill>
              <a:srgbClr val="7E8EB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AD43C1AC-BD15-0FB6-B0BB-8A84546A2A74}"/>
                </a:ext>
              </a:extLst>
            </p:cNvPr>
            <p:cNvSpPr/>
            <p:nvPr/>
          </p:nvSpPr>
          <p:spPr>
            <a:xfrm>
              <a:off x="3048000" y="2032000"/>
              <a:ext cx="508000" cy="508000"/>
            </a:xfrm>
            <a:prstGeom prst="rect">
              <a:avLst/>
            </a:prstGeom>
            <a:solidFill>
              <a:srgbClr val="D4D9E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DAB08418-AB55-BBEA-203E-CC3EF3E8A65D}"/>
                </a:ext>
              </a:extLst>
            </p:cNvPr>
            <p:cNvSpPr/>
            <p:nvPr/>
          </p:nvSpPr>
          <p:spPr>
            <a:xfrm>
              <a:off x="3556000" y="2032000"/>
              <a:ext cx="508000" cy="508000"/>
            </a:xfrm>
            <a:prstGeom prst="rect">
              <a:avLst/>
            </a:prstGeom>
            <a:solidFill>
              <a:srgbClr val="B3BCD1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9" name="矩形 278">
              <a:extLst>
                <a:ext uri="{FF2B5EF4-FFF2-40B4-BE49-F238E27FC236}">
                  <a16:creationId xmlns:a16="http://schemas.microsoft.com/office/drawing/2014/main" id="{49B2770B-4F3E-CF46-514A-67C1F0D24423}"/>
                </a:ext>
              </a:extLst>
            </p:cNvPr>
            <p:cNvSpPr/>
            <p:nvPr/>
          </p:nvSpPr>
          <p:spPr>
            <a:xfrm>
              <a:off x="1524000" y="2540000"/>
              <a:ext cx="508000" cy="508000"/>
            </a:xfrm>
            <a:prstGeom prst="rect">
              <a:avLst/>
            </a:prstGeom>
            <a:solidFill>
              <a:srgbClr val="C4CCDB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矩形 279">
              <a:extLst>
                <a:ext uri="{FF2B5EF4-FFF2-40B4-BE49-F238E27FC236}">
                  <a16:creationId xmlns:a16="http://schemas.microsoft.com/office/drawing/2014/main" id="{8647A20E-ADAF-076A-7E55-02606B8F48F6}"/>
                </a:ext>
              </a:extLst>
            </p:cNvPr>
            <p:cNvSpPr/>
            <p:nvPr/>
          </p:nvSpPr>
          <p:spPr>
            <a:xfrm>
              <a:off x="2032000" y="2540000"/>
              <a:ext cx="508000" cy="508000"/>
            </a:xfrm>
            <a:prstGeom prst="rect">
              <a:avLst/>
            </a:prstGeom>
            <a:solidFill>
              <a:srgbClr val="7E8EB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矩形 280">
              <a:extLst>
                <a:ext uri="{FF2B5EF4-FFF2-40B4-BE49-F238E27FC236}">
                  <a16:creationId xmlns:a16="http://schemas.microsoft.com/office/drawing/2014/main" id="{0A948551-AA68-0125-5558-A3391A79127D}"/>
                </a:ext>
              </a:extLst>
            </p:cNvPr>
            <p:cNvSpPr/>
            <p:nvPr/>
          </p:nvSpPr>
          <p:spPr>
            <a:xfrm>
              <a:off x="2540000" y="2540000"/>
              <a:ext cx="508000" cy="508000"/>
            </a:xfrm>
            <a:prstGeom prst="rect">
              <a:avLst/>
            </a:prstGeom>
            <a:solidFill>
              <a:srgbClr val="D4D9E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矩形 284">
              <a:extLst>
                <a:ext uri="{FF2B5EF4-FFF2-40B4-BE49-F238E27FC236}">
                  <a16:creationId xmlns:a16="http://schemas.microsoft.com/office/drawing/2014/main" id="{32ECE9D9-8A91-F7BC-2EF6-3D4C6592A9FE}"/>
                </a:ext>
              </a:extLst>
            </p:cNvPr>
            <p:cNvSpPr/>
            <p:nvPr/>
          </p:nvSpPr>
          <p:spPr>
            <a:xfrm>
              <a:off x="3048000" y="2540000"/>
              <a:ext cx="508000" cy="508000"/>
            </a:xfrm>
            <a:prstGeom prst="rect">
              <a:avLst/>
            </a:prstGeom>
            <a:solidFill>
              <a:srgbClr val="B3BCD1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矩形 288">
              <a:extLst>
                <a:ext uri="{FF2B5EF4-FFF2-40B4-BE49-F238E27FC236}">
                  <a16:creationId xmlns:a16="http://schemas.microsoft.com/office/drawing/2014/main" id="{6608E2FD-3FD4-4058-2217-4CD9A92397FC}"/>
                </a:ext>
              </a:extLst>
            </p:cNvPr>
            <p:cNvSpPr/>
            <p:nvPr/>
          </p:nvSpPr>
          <p:spPr>
            <a:xfrm>
              <a:off x="3556000" y="2540000"/>
              <a:ext cx="508000" cy="508000"/>
            </a:xfrm>
            <a:prstGeom prst="rect">
              <a:avLst/>
            </a:prstGeom>
            <a:solidFill>
              <a:srgbClr val="EDF0F4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矩形 289">
              <a:extLst>
                <a:ext uri="{FF2B5EF4-FFF2-40B4-BE49-F238E27FC236}">
                  <a16:creationId xmlns:a16="http://schemas.microsoft.com/office/drawing/2014/main" id="{7E25DC26-588A-7C9B-FBD9-D750FB1C73F7}"/>
                </a:ext>
              </a:extLst>
            </p:cNvPr>
            <p:cNvSpPr/>
            <p:nvPr/>
          </p:nvSpPr>
          <p:spPr>
            <a:xfrm>
              <a:off x="1524000" y="3048000"/>
              <a:ext cx="508000" cy="508000"/>
            </a:xfrm>
            <a:prstGeom prst="rect">
              <a:avLst/>
            </a:prstGeom>
            <a:solidFill>
              <a:srgbClr val="7E8EB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2" name="矩形 291">
              <a:extLst>
                <a:ext uri="{FF2B5EF4-FFF2-40B4-BE49-F238E27FC236}">
                  <a16:creationId xmlns:a16="http://schemas.microsoft.com/office/drawing/2014/main" id="{56569705-22FD-2A31-CF49-60331F7112B8}"/>
                </a:ext>
              </a:extLst>
            </p:cNvPr>
            <p:cNvSpPr/>
            <p:nvPr/>
          </p:nvSpPr>
          <p:spPr>
            <a:xfrm>
              <a:off x="2032000" y="3048000"/>
              <a:ext cx="508000" cy="508000"/>
            </a:xfrm>
            <a:prstGeom prst="rect">
              <a:avLst/>
            </a:prstGeom>
            <a:solidFill>
              <a:srgbClr val="D4D9E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" name="矩形 292">
              <a:extLst>
                <a:ext uri="{FF2B5EF4-FFF2-40B4-BE49-F238E27FC236}">
                  <a16:creationId xmlns:a16="http://schemas.microsoft.com/office/drawing/2014/main" id="{B29D0ED8-A74F-D020-3CCD-C01892B58604}"/>
                </a:ext>
              </a:extLst>
            </p:cNvPr>
            <p:cNvSpPr/>
            <p:nvPr/>
          </p:nvSpPr>
          <p:spPr>
            <a:xfrm>
              <a:off x="2540000" y="3048000"/>
              <a:ext cx="508000" cy="508000"/>
            </a:xfrm>
            <a:prstGeom prst="rect">
              <a:avLst/>
            </a:prstGeom>
            <a:solidFill>
              <a:srgbClr val="B3BCD1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矩形 293">
              <a:extLst>
                <a:ext uri="{FF2B5EF4-FFF2-40B4-BE49-F238E27FC236}">
                  <a16:creationId xmlns:a16="http://schemas.microsoft.com/office/drawing/2014/main" id="{4D686049-5FD8-CDBC-D56B-79F701CF9859}"/>
                </a:ext>
              </a:extLst>
            </p:cNvPr>
            <p:cNvSpPr/>
            <p:nvPr/>
          </p:nvSpPr>
          <p:spPr>
            <a:xfrm>
              <a:off x="3048000" y="3048000"/>
              <a:ext cx="508000" cy="508000"/>
            </a:xfrm>
            <a:prstGeom prst="rect">
              <a:avLst/>
            </a:prstGeom>
            <a:solidFill>
              <a:srgbClr val="EDF0F4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5" name="矩形 294">
              <a:extLst>
                <a:ext uri="{FF2B5EF4-FFF2-40B4-BE49-F238E27FC236}">
                  <a16:creationId xmlns:a16="http://schemas.microsoft.com/office/drawing/2014/main" id="{29BB0F22-A60F-B3E4-8EDB-7A7B86AC1C9A}"/>
                </a:ext>
              </a:extLst>
            </p:cNvPr>
            <p:cNvSpPr/>
            <p:nvPr/>
          </p:nvSpPr>
          <p:spPr>
            <a:xfrm>
              <a:off x="3556000" y="3048000"/>
              <a:ext cx="508000" cy="508000"/>
            </a:xfrm>
            <a:prstGeom prst="rect">
              <a:avLst/>
            </a:prstGeom>
            <a:solidFill>
              <a:srgbClr val="9FABC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矩形 295">
              <a:extLst>
                <a:ext uri="{FF2B5EF4-FFF2-40B4-BE49-F238E27FC236}">
                  <a16:creationId xmlns:a16="http://schemas.microsoft.com/office/drawing/2014/main" id="{27A8E4C8-909D-D5BC-25B7-2B10483DC7C1}"/>
                </a:ext>
              </a:extLst>
            </p:cNvPr>
            <p:cNvSpPr/>
            <p:nvPr/>
          </p:nvSpPr>
          <p:spPr>
            <a:xfrm>
              <a:off x="1524000" y="3556000"/>
              <a:ext cx="508000" cy="508000"/>
            </a:xfrm>
            <a:prstGeom prst="rect">
              <a:avLst/>
            </a:prstGeom>
            <a:solidFill>
              <a:srgbClr val="D4D9E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矩形 296">
              <a:extLst>
                <a:ext uri="{FF2B5EF4-FFF2-40B4-BE49-F238E27FC236}">
                  <a16:creationId xmlns:a16="http://schemas.microsoft.com/office/drawing/2014/main" id="{D525DF4E-6393-83AA-8209-BFB364801F23}"/>
                </a:ext>
              </a:extLst>
            </p:cNvPr>
            <p:cNvSpPr/>
            <p:nvPr/>
          </p:nvSpPr>
          <p:spPr>
            <a:xfrm>
              <a:off x="2032000" y="3556000"/>
              <a:ext cx="508000" cy="508000"/>
            </a:xfrm>
            <a:prstGeom prst="rect">
              <a:avLst/>
            </a:prstGeom>
            <a:solidFill>
              <a:srgbClr val="B3BCD1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矩形 297">
              <a:extLst>
                <a:ext uri="{FF2B5EF4-FFF2-40B4-BE49-F238E27FC236}">
                  <a16:creationId xmlns:a16="http://schemas.microsoft.com/office/drawing/2014/main" id="{52B1BCA8-4C69-A6C6-86BF-026802AB1708}"/>
                </a:ext>
              </a:extLst>
            </p:cNvPr>
            <p:cNvSpPr/>
            <p:nvPr/>
          </p:nvSpPr>
          <p:spPr>
            <a:xfrm>
              <a:off x="2540000" y="3556000"/>
              <a:ext cx="508000" cy="508000"/>
            </a:xfrm>
            <a:prstGeom prst="rect">
              <a:avLst/>
            </a:prstGeom>
            <a:solidFill>
              <a:srgbClr val="EDF0F4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9" name="矩形 298">
              <a:extLst>
                <a:ext uri="{FF2B5EF4-FFF2-40B4-BE49-F238E27FC236}">
                  <a16:creationId xmlns:a16="http://schemas.microsoft.com/office/drawing/2014/main" id="{0A25283C-99C9-AEF7-C0F1-9B6E59C653AB}"/>
                </a:ext>
              </a:extLst>
            </p:cNvPr>
            <p:cNvSpPr/>
            <p:nvPr/>
          </p:nvSpPr>
          <p:spPr>
            <a:xfrm>
              <a:off x="3048000" y="3556000"/>
              <a:ext cx="508000" cy="508000"/>
            </a:xfrm>
            <a:prstGeom prst="rect">
              <a:avLst/>
            </a:prstGeom>
            <a:solidFill>
              <a:srgbClr val="9FABC5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矩形 304">
              <a:extLst>
                <a:ext uri="{FF2B5EF4-FFF2-40B4-BE49-F238E27FC236}">
                  <a16:creationId xmlns:a16="http://schemas.microsoft.com/office/drawing/2014/main" id="{81BF391A-B192-B345-2D5A-B168CA716939}"/>
                </a:ext>
              </a:extLst>
            </p:cNvPr>
            <p:cNvSpPr/>
            <p:nvPr/>
          </p:nvSpPr>
          <p:spPr>
            <a:xfrm>
              <a:off x="3556000" y="3556000"/>
              <a:ext cx="508000" cy="508000"/>
            </a:xfrm>
            <a:prstGeom prst="rect">
              <a:avLst/>
            </a:prstGeom>
            <a:solidFill>
              <a:srgbClr val="E6E9F0"/>
            </a:solidFill>
            <a:ln w="13335" cap="flat" cmpd="sng">
              <a:solidFill>
                <a:srgbClr val="65747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19" name="组合 1318">
            <a:extLst>
              <a:ext uri="{FF2B5EF4-FFF2-40B4-BE49-F238E27FC236}">
                <a16:creationId xmlns:a16="http://schemas.microsoft.com/office/drawing/2014/main" id="{09118E17-9937-67D6-FFD3-4969FF127B03}"/>
              </a:ext>
            </a:extLst>
          </p:cNvPr>
          <p:cNvGrpSpPr/>
          <p:nvPr/>
        </p:nvGrpSpPr>
        <p:grpSpPr>
          <a:xfrm>
            <a:off x="7420627" y="10375900"/>
            <a:ext cx="6873178" cy="1878243"/>
            <a:chOff x="7427458" y="12627673"/>
            <a:chExt cx="6873178" cy="1878243"/>
          </a:xfrm>
        </p:grpSpPr>
        <p:pic>
          <p:nvPicPr>
            <p:cNvPr id="1307" name="图形 1306">
              <a:extLst>
                <a:ext uri="{FF2B5EF4-FFF2-40B4-BE49-F238E27FC236}">
                  <a16:creationId xmlns:a16="http://schemas.microsoft.com/office/drawing/2014/main" id="{4E6A0C21-A52A-A096-7FC4-DDD4BFD7F2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814426" y="12872282"/>
              <a:ext cx="1204307" cy="514356"/>
            </a:xfrm>
            <a:prstGeom prst="rect">
              <a:avLst/>
            </a:prstGeom>
          </p:spPr>
        </p:pic>
        <p:pic>
          <p:nvPicPr>
            <p:cNvPr id="1303" name="图形 1302">
              <a:extLst>
                <a:ext uri="{FF2B5EF4-FFF2-40B4-BE49-F238E27FC236}">
                  <a16:creationId xmlns:a16="http://schemas.microsoft.com/office/drawing/2014/main" id="{D37FA6A7-4157-FCD3-C5F5-704F3E1932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825391" y="13612694"/>
              <a:ext cx="1204309" cy="587191"/>
            </a:xfrm>
            <a:prstGeom prst="rect">
              <a:avLst/>
            </a:prstGeom>
          </p:spPr>
        </p:pic>
        <p:cxnSp>
          <p:nvCxnSpPr>
            <p:cNvPr id="333" name="直接箭头连接符 332">
              <a:extLst>
                <a:ext uri="{FF2B5EF4-FFF2-40B4-BE49-F238E27FC236}">
                  <a16:creationId xmlns:a16="http://schemas.microsoft.com/office/drawing/2014/main" id="{B486EC2F-4819-F599-FC6D-EACFF68DE241}"/>
                </a:ext>
              </a:extLst>
            </p:cNvPr>
            <p:cNvCxnSpPr>
              <a:cxnSpLocks/>
            </p:cNvCxnSpPr>
            <p:nvPr/>
          </p:nvCxnSpPr>
          <p:spPr>
            <a:xfrm>
              <a:off x="7814426" y="14199649"/>
              <a:ext cx="1353958" cy="0"/>
            </a:xfrm>
            <a:prstGeom prst="straightConnector1">
              <a:avLst/>
            </a:prstGeom>
            <a:ln w="18415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接箭头连接符 333">
              <a:extLst>
                <a:ext uri="{FF2B5EF4-FFF2-40B4-BE49-F238E27FC236}">
                  <a16:creationId xmlns:a16="http://schemas.microsoft.com/office/drawing/2014/main" id="{50DB6D71-8C0D-FA1B-47F0-67C941071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4428" y="13664184"/>
              <a:ext cx="0" cy="537849"/>
            </a:xfrm>
            <a:prstGeom prst="straightConnector1">
              <a:avLst/>
            </a:prstGeom>
            <a:ln w="18415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A7141EAA-A74F-B973-A0EB-E38BE2EE58C0}"/>
                </a:ext>
              </a:extLst>
            </p:cNvPr>
            <p:cNvSpPr/>
            <p:nvPr/>
          </p:nvSpPr>
          <p:spPr>
            <a:xfrm>
              <a:off x="7427458" y="12627673"/>
              <a:ext cx="6873178" cy="1878243"/>
            </a:xfrm>
            <a:prstGeom prst="roundRect">
              <a:avLst>
                <a:gd name="adj" fmla="val 4723"/>
              </a:avLst>
            </a:prstGeom>
            <a:noFill/>
            <a:ln w="13335" cap="flat" cmpd="sng">
              <a:solidFill>
                <a:srgbClr val="85919A"/>
              </a:solidFill>
              <a:prstDash val="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22" name="直接箭头连接符 321">
              <a:extLst>
                <a:ext uri="{FF2B5EF4-FFF2-40B4-BE49-F238E27FC236}">
                  <a16:creationId xmlns:a16="http://schemas.microsoft.com/office/drawing/2014/main" id="{69FB405C-E0C1-9DF9-0C6A-9FCC9D9EBCDD}"/>
                </a:ext>
              </a:extLst>
            </p:cNvPr>
            <p:cNvCxnSpPr>
              <a:cxnSpLocks/>
            </p:cNvCxnSpPr>
            <p:nvPr/>
          </p:nvCxnSpPr>
          <p:spPr>
            <a:xfrm>
              <a:off x="9205886" y="13710780"/>
              <a:ext cx="506456" cy="0"/>
            </a:xfrm>
            <a:prstGeom prst="straightConnector1">
              <a:avLst/>
            </a:prstGeom>
            <a:ln w="18415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3" name="直接箭头连接符 322">
              <a:extLst>
                <a:ext uri="{FF2B5EF4-FFF2-40B4-BE49-F238E27FC236}">
                  <a16:creationId xmlns:a16="http://schemas.microsoft.com/office/drawing/2014/main" id="{39E5A45A-7E2C-6721-152D-D10A31D696F5}"/>
                </a:ext>
              </a:extLst>
            </p:cNvPr>
            <p:cNvCxnSpPr>
              <a:cxnSpLocks/>
            </p:cNvCxnSpPr>
            <p:nvPr/>
          </p:nvCxnSpPr>
          <p:spPr>
            <a:xfrm>
              <a:off x="7814954" y="13385903"/>
              <a:ext cx="1341238" cy="0"/>
            </a:xfrm>
            <a:prstGeom prst="straightConnector1">
              <a:avLst/>
            </a:prstGeom>
            <a:ln w="18415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箭头连接符 323">
              <a:extLst>
                <a:ext uri="{FF2B5EF4-FFF2-40B4-BE49-F238E27FC236}">
                  <a16:creationId xmlns:a16="http://schemas.microsoft.com/office/drawing/2014/main" id="{8F163D49-ECC6-38BA-DC96-05293B543E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4956" y="12850438"/>
              <a:ext cx="0" cy="537849"/>
            </a:xfrm>
            <a:prstGeom prst="straightConnector1">
              <a:avLst/>
            </a:prstGeom>
            <a:ln w="18415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文本框 309">
              <a:extLst>
                <a:ext uri="{FF2B5EF4-FFF2-40B4-BE49-F238E27FC236}">
                  <a16:creationId xmlns:a16="http://schemas.microsoft.com/office/drawing/2014/main" id="{8942DC26-F56F-7D66-8594-E24A08817FF1}"/>
                </a:ext>
              </a:extLst>
            </p:cNvPr>
            <p:cNvSpPr txBox="1"/>
            <p:nvPr/>
          </p:nvSpPr>
          <p:spPr>
            <a:xfrm>
              <a:off x="11888469" y="14190248"/>
              <a:ext cx="19612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CN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Δ</a:t>
              </a:r>
              <a:r>
                <a:rPr lang="en-US" altLang="zh-CN" sz="1300"/>
                <a:t> </a:t>
              </a:r>
              <a:r>
                <a:rPr lang="en-US" altLang="zh-CN" sz="13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mutated</a:t>
              </a:r>
              <a:endParaRPr lang="zh-CN" altLang="en-US" sz="13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CA71B1A9-3BE8-1365-4718-E34CF93F7162}"/>
                </a:ext>
              </a:extLst>
            </p:cNvPr>
            <p:cNvGrpSpPr/>
            <p:nvPr/>
          </p:nvGrpSpPr>
          <p:grpSpPr>
            <a:xfrm>
              <a:off x="9357125" y="12730480"/>
              <a:ext cx="1982704" cy="1702741"/>
              <a:chOff x="9135618" y="12670261"/>
              <a:chExt cx="1982704" cy="1702741"/>
            </a:xfrm>
          </p:grpSpPr>
          <p:sp>
            <p:nvSpPr>
              <p:cNvPr id="335" name="文本框 334">
                <a:extLst>
                  <a:ext uri="{FF2B5EF4-FFF2-40B4-BE49-F238E27FC236}">
                    <a16:creationId xmlns:a16="http://schemas.microsoft.com/office/drawing/2014/main" id="{DE3D9F3A-600A-8E83-2149-9DD1D6EDE051}"/>
                  </a:ext>
                </a:extLst>
              </p:cNvPr>
              <p:cNvSpPr txBox="1"/>
              <p:nvPr/>
            </p:nvSpPr>
            <p:spPr>
              <a:xfrm>
                <a:off x="9410810" y="13490918"/>
                <a:ext cx="143233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3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Enriched motif</a:t>
                </a:r>
              </a:p>
              <a:p>
                <a:pPr algn="ctr"/>
                <a:r>
                  <a:rPr lang="en-US" altLang="zh-CN" sz="13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segments</a:t>
                </a:r>
                <a:endParaRPr lang="zh-CN" altLang="en-US" sz="13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8037F11E-8C32-5605-CFA4-6FADA098F561}"/>
                  </a:ext>
                </a:extLst>
              </p:cNvPr>
              <p:cNvSpPr txBox="1"/>
              <p:nvPr/>
            </p:nvSpPr>
            <p:spPr>
              <a:xfrm>
                <a:off x="9157120" y="12670261"/>
                <a:ext cx="19612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3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Identify important</a:t>
                </a:r>
              </a:p>
              <a:p>
                <a:pPr algn="ctr"/>
                <a:r>
                  <a:rPr lang="en-US" altLang="zh-CN" sz="13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motif-centered bases</a:t>
                </a:r>
                <a:endParaRPr lang="zh-CN" altLang="en-US" sz="13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1" name="文本框 310">
                <a:extLst>
                  <a:ext uri="{FF2B5EF4-FFF2-40B4-BE49-F238E27FC236}">
                    <a16:creationId xmlns:a16="http://schemas.microsoft.com/office/drawing/2014/main" id="{B7E567D6-655F-3EC7-797D-BD21BA33A256}"/>
                  </a:ext>
                </a:extLst>
              </p:cNvPr>
              <p:cNvSpPr txBox="1"/>
              <p:nvPr/>
            </p:nvSpPr>
            <p:spPr>
              <a:xfrm>
                <a:off x="9135618" y="14111392"/>
                <a:ext cx="196120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b="1">
                    <a:solidFill>
                      <a:srgbClr val="CBCBC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CAUGC</a:t>
                </a:r>
                <a:r>
                  <a:rPr lang="en-US" altLang="zh-CN" sz="1100" b="1">
                    <a:highlight>
                      <a:srgbClr val="F39B7F"/>
                    </a:highligh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</a:t>
                </a:r>
                <a:r>
                  <a:rPr lang="en-US" altLang="zh-CN" sz="1100" b="1">
                    <a:solidFill>
                      <a:srgbClr val="CBCBC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CAGAU</a:t>
                </a:r>
                <a:endParaRPr lang="zh-CN" altLang="en-US" sz="1200" b="1">
                  <a:solidFill>
                    <a:srgbClr val="CBCB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2" name="文本框 311">
                <a:extLst>
                  <a:ext uri="{FF2B5EF4-FFF2-40B4-BE49-F238E27FC236}">
                    <a16:creationId xmlns:a16="http://schemas.microsoft.com/office/drawing/2014/main" id="{248D7D70-154E-8DBF-EB4D-1EB866769359}"/>
                  </a:ext>
                </a:extLst>
              </p:cNvPr>
              <p:cNvSpPr txBox="1"/>
              <p:nvPr/>
            </p:nvSpPr>
            <p:spPr>
              <a:xfrm>
                <a:off x="9144221" y="13108718"/>
                <a:ext cx="19612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>
                    <a:solidFill>
                      <a:srgbClr val="CBCBC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CAUGC</a:t>
                </a:r>
                <a:r>
                  <a:rPr lang="en-US" altLang="zh-CN" sz="1200" b="1">
                    <a:highlight>
                      <a:srgbClr val="F39B7F"/>
                    </a:highligh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en-US" altLang="zh-CN" sz="1200" b="1">
                    <a:solidFill>
                      <a:srgbClr val="CBCBC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CAGAU</a:t>
                </a:r>
                <a:endParaRPr lang="zh-CN" altLang="en-US" sz="1200" b="1">
                  <a:solidFill>
                    <a:srgbClr val="CBCB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3" name="文本框 312">
                <a:extLst>
                  <a:ext uri="{FF2B5EF4-FFF2-40B4-BE49-F238E27FC236}">
                    <a16:creationId xmlns:a16="http://schemas.microsoft.com/office/drawing/2014/main" id="{09311062-B484-6B5D-962C-F1D5CF5035B9}"/>
                  </a:ext>
                </a:extLst>
              </p:cNvPr>
              <p:cNvSpPr txBox="1"/>
              <p:nvPr/>
            </p:nvSpPr>
            <p:spPr>
              <a:xfrm rot="5400000">
                <a:off x="10002274" y="13813138"/>
                <a:ext cx="3483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...</a:t>
                </a:r>
                <a:endPara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14" name="直接箭头连接符 313">
                <a:extLst>
                  <a:ext uri="{FF2B5EF4-FFF2-40B4-BE49-F238E27FC236}">
                    <a16:creationId xmlns:a16="http://schemas.microsoft.com/office/drawing/2014/main" id="{8FCB6A83-550A-B89F-4B0A-58C19EE03F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9929" y="13356082"/>
                <a:ext cx="0" cy="230505"/>
              </a:xfrm>
              <a:prstGeom prst="straightConnector1">
                <a:avLst/>
              </a:prstGeom>
              <a:ln w="18415" cap="flat" cmpd="sng">
                <a:solidFill>
                  <a:srgbClr val="39434B"/>
                </a:solidFill>
                <a:round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00" name="组合 1299">
              <a:extLst>
                <a:ext uri="{FF2B5EF4-FFF2-40B4-BE49-F238E27FC236}">
                  <a16:creationId xmlns:a16="http://schemas.microsoft.com/office/drawing/2014/main" id="{B83B95D4-283C-A5E0-1269-0716D7E34521}"/>
                </a:ext>
              </a:extLst>
            </p:cNvPr>
            <p:cNvGrpSpPr/>
            <p:nvPr/>
          </p:nvGrpSpPr>
          <p:grpSpPr>
            <a:xfrm>
              <a:off x="11649709" y="13211658"/>
              <a:ext cx="2577843" cy="943030"/>
              <a:chOff x="9688346" y="11739578"/>
              <a:chExt cx="3685137" cy="1431484"/>
            </a:xfrm>
          </p:grpSpPr>
          <p:grpSp>
            <p:nvGrpSpPr>
              <p:cNvPr id="1234" name="组合 1233">
                <a:extLst>
                  <a:ext uri="{FF2B5EF4-FFF2-40B4-BE49-F238E27FC236}">
                    <a16:creationId xmlns:a16="http://schemas.microsoft.com/office/drawing/2014/main" id="{FA7676A4-3933-8FEC-EE20-9A54CFB53C73}"/>
                  </a:ext>
                </a:extLst>
              </p:cNvPr>
              <p:cNvGrpSpPr/>
              <p:nvPr/>
            </p:nvGrpSpPr>
            <p:grpSpPr>
              <a:xfrm>
                <a:off x="9688346" y="11739578"/>
                <a:ext cx="3685137" cy="1431484"/>
                <a:chOff x="3568604" y="6568916"/>
                <a:chExt cx="7527322" cy="1807654"/>
              </a:xfrm>
            </p:grpSpPr>
            <p:sp>
              <p:nvSpPr>
                <p:cNvPr id="1235" name="任意多边形: 形状 1234">
                  <a:extLst>
                    <a:ext uri="{FF2B5EF4-FFF2-40B4-BE49-F238E27FC236}">
                      <a16:creationId xmlns:a16="http://schemas.microsoft.com/office/drawing/2014/main" id="{7DDD4FB0-CDD4-1222-A282-C92CF35F7683}"/>
                    </a:ext>
                  </a:extLst>
                </p:cNvPr>
                <p:cNvSpPr/>
                <p:nvPr/>
              </p:nvSpPr>
              <p:spPr>
                <a:xfrm>
                  <a:off x="3601942" y="6568916"/>
                  <a:ext cx="7484459" cy="1774317"/>
                </a:xfrm>
                <a:custGeom>
                  <a:avLst/>
                  <a:gdLst>
                    <a:gd name="csX0" fmla="*/ 0 w 7484459"/>
                    <a:gd name="csY0" fmla="*/ 0 h 1774317"/>
                    <a:gd name="csX1" fmla="*/ 7484460 w 7484459"/>
                    <a:gd name="csY1" fmla="*/ 0 h 1774317"/>
                    <a:gd name="csX2" fmla="*/ 7484460 w 7484459"/>
                    <a:gd name="csY2" fmla="*/ 1774317 h 1774317"/>
                    <a:gd name="csX3" fmla="*/ 0 w 7484459"/>
                    <a:gd name="csY3" fmla="*/ 1774317 h 17743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84459" h="1774317">
                      <a:moveTo>
                        <a:pt x="0" y="0"/>
                      </a:moveTo>
                      <a:lnTo>
                        <a:pt x="7484460" y="0"/>
                      </a:lnTo>
                      <a:lnTo>
                        <a:pt x="7484460" y="1774317"/>
                      </a:lnTo>
                      <a:lnTo>
                        <a:pt x="0" y="17743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36" name="任意多边形: 形状 1235">
                  <a:extLst>
                    <a:ext uri="{FF2B5EF4-FFF2-40B4-BE49-F238E27FC236}">
                      <a16:creationId xmlns:a16="http://schemas.microsoft.com/office/drawing/2014/main" id="{59AFC766-DDF5-A2E0-E14A-41954A8C0C79}"/>
                    </a:ext>
                  </a:extLst>
                </p:cNvPr>
                <p:cNvSpPr/>
                <p:nvPr/>
              </p:nvSpPr>
              <p:spPr>
                <a:xfrm>
                  <a:off x="4486433" y="6568916"/>
                  <a:ext cx="3333940" cy="1774317"/>
                </a:xfrm>
                <a:custGeom>
                  <a:avLst/>
                  <a:gdLst>
                    <a:gd name="csX0" fmla="*/ 0 w 3333940"/>
                    <a:gd name="csY0" fmla="*/ 0 h 1774317"/>
                    <a:gd name="csX1" fmla="*/ 3333941 w 3333940"/>
                    <a:gd name="csY1" fmla="*/ 0 h 1774317"/>
                    <a:gd name="csX2" fmla="*/ 3333941 w 3333940"/>
                    <a:gd name="csY2" fmla="*/ 1774317 h 1774317"/>
                    <a:gd name="csX3" fmla="*/ 0 w 3333940"/>
                    <a:gd name="csY3" fmla="*/ 1774317 h 17743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333940" h="1774317">
                      <a:moveTo>
                        <a:pt x="0" y="0"/>
                      </a:moveTo>
                      <a:lnTo>
                        <a:pt x="3333941" y="0"/>
                      </a:lnTo>
                      <a:lnTo>
                        <a:pt x="3333941" y="1774317"/>
                      </a:lnTo>
                      <a:lnTo>
                        <a:pt x="0" y="1774317"/>
                      </a:lnTo>
                      <a:close/>
                    </a:path>
                  </a:pathLst>
                </a:custGeom>
                <a:solidFill>
                  <a:srgbClr val="3C5488">
                    <a:alpha val="22000"/>
                  </a:srgbClr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37" name="任意多边形: 形状 1236">
                  <a:extLst>
                    <a:ext uri="{FF2B5EF4-FFF2-40B4-BE49-F238E27FC236}">
                      <a16:creationId xmlns:a16="http://schemas.microsoft.com/office/drawing/2014/main" id="{35E714A5-CC13-C44A-C4C9-8F04BBFB14F9}"/>
                    </a:ext>
                  </a:extLst>
                </p:cNvPr>
                <p:cNvSpPr/>
                <p:nvPr/>
              </p:nvSpPr>
              <p:spPr>
                <a:xfrm>
                  <a:off x="3942079" y="8343233"/>
                  <a:ext cx="9525" cy="33337"/>
                </a:xfrm>
                <a:custGeom>
                  <a:avLst/>
                  <a:gdLst>
                    <a:gd name="csX0" fmla="*/ 0 w 9525"/>
                    <a:gd name="csY0" fmla="*/ 0 h 33337"/>
                    <a:gd name="csX1" fmla="*/ 0 w 9525"/>
                    <a:gd name="csY1" fmla="*/ 33337 h 333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" h="33337">
                      <a:moveTo>
                        <a:pt x="0" y="0"/>
                      </a:moveTo>
                      <a:lnTo>
                        <a:pt x="0" y="33337"/>
                      </a:lnTo>
                    </a:path>
                  </a:pathLst>
                </a:custGeom>
                <a:ln w="762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238" name="任意多边形: 形状 1237">
                  <a:extLst>
                    <a:ext uri="{FF2B5EF4-FFF2-40B4-BE49-F238E27FC236}">
                      <a16:creationId xmlns:a16="http://schemas.microsoft.com/office/drawing/2014/main" id="{D6B72DF2-F277-3C47-5AF4-9685DD0489B4}"/>
                    </a:ext>
                  </a:extLst>
                </p:cNvPr>
                <p:cNvSpPr/>
                <p:nvPr/>
              </p:nvSpPr>
              <p:spPr>
                <a:xfrm>
                  <a:off x="5302916" y="8343233"/>
                  <a:ext cx="9525" cy="33337"/>
                </a:xfrm>
                <a:custGeom>
                  <a:avLst/>
                  <a:gdLst>
                    <a:gd name="csX0" fmla="*/ 0 w 9525"/>
                    <a:gd name="csY0" fmla="*/ 0 h 33337"/>
                    <a:gd name="csX1" fmla="*/ 0 w 9525"/>
                    <a:gd name="csY1" fmla="*/ 33337 h 333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" h="33337">
                      <a:moveTo>
                        <a:pt x="0" y="0"/>
                      </a:moveTo>
                      <a:lnTo>
                        <a:pt x="0" y="33337"/>
                      </a:lnTo>
                    </a:path>
                  </a:pathLst>
                </a:custGeom>
                <a:ln w="762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239" name="任意多边形: 形状 1238">
                  <a:extLst>
                    <a:ext uri="{FF2B5EF4-FFF2-40B4-BE49-F238E27FC236}">
                      <a16:creationId xmlns:a16="http://schemas.microsoft.com/office/drawing/2014/main" id="{56847DDA-44C3-F61A-2C46-BB0BDD9EFD12}"/>
                    </a:ext>
                  </a:extLst>
                </p:cNvPr>
                <p:cNvSpPr/>
                <p:nvPr/>
              </p:nvSpPr>
              <p:spPr>
                <a:xfrm>
                  <a:off x="6663753" y="8343233"/>
                  <a:ext cx="9525" cy="33337"/>
                </a:xfrm>
                <a:custGeom>
                  <a:avLst/>
                  <a:gdLst>
                    <a:gd name="csX0" fmla="*/ 0 w 9525"/>
                    <a:gd name="csY0" fmla="*/ 0 h 33337"/>
                    <a:gd name="csX1" fmla="*/ 0 w 9525"/>
                    <a:gd name="csY1" fmla="*/ 33337 h 333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" h="33337">
                      <a:moveTo>
                        <a:pt x="0" y="0"/>
                      </a:moveTo>
                      <a:lnTo>
                        <a:pt x="0" y="33337"/>
                      </a:lnTo>
                    </a:path>
                  </a:pathLst>
                </a:custGeom>
                <a:ln w="762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240" name="任意多边形: 形状 1239">
                  <a:extLst>
                    <a:ext uri="{FF2B5EF4-FFF2-40B4-BE49-F238E27FC236}">
                      <a16:creationId xmlns:a16="http://schemas.microsoft.com/office/drawing/2014/main" id="{0FFE29C9-C33E-E667-72BD-EA7B30BEE2D7}"/>
                    </a:ext>
                  </a:extLst>
                </p:cNvPr>
                <p:cNvSpPr/>
                <p:nvPr/>
              </p:nvSpPr>
              <p:spPr>
                <a:xfrm>
                  <a:off x="8024590" y="8343233"/>
                  <a:ext cx="9525" cy="33337"/>
                </a:xfrm>
                <a:custGeom>
                  <a:avLst/>
                  <a:gdLst>
                    <a:gd name="csX0" fmla="*/ 0 w 9525"/>
                    <a:gd name="csY0" fmla="*/ 0 h 33337"/>
                    <a:gd name="csX1" fmla="*/ 0 w 9525"/>
                    <a:gd name="csY1" fmla="*/ 33337 h 333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" h="33337">
                      <a:moveTo>
                        <a:pt x="0" y="0"/>
                      </a:moveTo>
                      <a:lnTo>
                        <a:pt x="0" y="33337"/>
                      </a:lnTo>
                    </a:path>
                  </a:pathLst>
                </a:custGeom>
                <a:ln w="762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241" name="任意多边形: 形状 1240">
                  <a:extLst>
                    <a:ext uri="{FF2B5EF4-FFF2-40B4-BE49-F238E27FC236}">
                      <a16:creationId xmlns:a16="http://schemas.microsoft.com/office/drawing/2014/main" id="{B9408E24-D6FB-23B1-7A54-D99C5A0D8DC6}"/>
                    </a:ext>
                  </a:extLst>
                </p:cNvPr>
                <p:cNvSpPr/>
                <p:nvPr/>
              </p:nvSpPr>
              <p:spPr>
                <a:xfrm>
                  <a:off x="9385331" y="8343233"/>
                  <a:ext cx="9525" cy="33337"/>
                </a:xfrm>
                <a:custGeom>
                  <a:avLst/>
                  <a:gdLst>
                    <a:gd name="csX0" fmla="*/ 0 w 9525"/>
                    <a:gd name="csY0" fmla="*/ 0 h 33337"/>
                    <a:gd name="csX1" fmla="*/ 0 w 9525"/>
                    <a:gd name="csY1" fmla="*/ 33337 h 333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" h="33337">
                      <a:moveTo>
                        <a:pt x="0" y="0"/>
                      </a:moveTo>
                      <a:lnTo>
                        <a:pt x="0" y="33337"/>
                      </a:lnTo>
                    </a:path>
                  </a:pathLst>
                </a:custGeom>
                <a:ln w="762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242" name="任意多边形: 形状 1241">
                  <a:extLst>
                    <a:ext uri="{FF2B5EF4-FFF2-40B4-BE49-F238E27FC236}">
                      <a16:creationId xmlns:a16="http://schemas.microsoft.com/office/drawing/2014/main" id="{5122796F-5E60-DB76-B250-344277BCC176}"/>
                    </a:ext>
                  </a:extLst>
                </p:cNvPr>
                <p:cNvSpPr/>
                <p:nvPr/>
              </p:nvSpPr>
              <p:spPr>
                <a:xfrm>
                  <a:off x="10746168" y="8343233"/>
                  <a:ext cx="9525" cy="33337"/>
                </a:xfrm>
                <a:custGeom>
                  <a:avLst/>
                  <a:gdLst>
                    <a:gd name="csX0" fmla="*/ 0 w 9525"/>
                    <a:gd name="csY0" fmla="*/ 0 h 33337"/>
                    <a:gd name="csX1" fmla="*/ 0 w 9525"/>
                    <a:gd name="csY1" fmla="*/ 33337 h 333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" h="33337">
                      <a:moveTo>
                        <a:pt x="0" y="0"/>
                      </a:moveTo>
                      <a:lnTo>
                        <a:pt x="0" y="33337"/>
                      </a:lnTo>
                    </a:path>
                  </a:pathLst>
                </a:custGeom>
                <a:ln w="762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243" name="任意多边形: 形状 1242">
                  <a:extLst>
                    <a:ext uri="{FF2B5EF4-FFF2-40B4-BE49-F238E27FC236}">
                      <a16:creationId xmlns:a16="http://schemas.microsoft.com/office/drawing/2014/main" id="{F663F81D-A30B-54E4-399C-B5D7911D0AF9}"/>
                    </a:ext>
                  </a:extLst>
                </p:cNvPr>
                <p:cNvSpPr/>
                <p:nvPr/>
              </p:nvSpPr>
              <p:spPr>
                <a:xfrm>
                  <a:off x="3568604" y="8269985"/>
                  <a:ext cx="33337" cy="9525"/>
                </a:xfrm>
                <a:custGeom>
                  <a:avLst/>
                  <a:gdLst>
                    <a:gd name="csX0" fmla="*/ 33337 w 33337"/>
                    <a:gd name="csY0" fmla="*/ 0 h 9525"/>
                    <a:gd name="csX1" fmla="*/ 0 w 33337"/>
                    <a:gd name="csY1" fmla="*/ 0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3337" h="9525">
                      <a:moveTo>
                        <a:pt x="33337" y="0"/>
                      </a:moveTo>
                      <a:lnTo>
                        <a:pt x="0" y="0"/>
                      </a:lnTo>
                    </a:path>
                  </a:pathLst>
                </a:custGeom>
                <a:ln w="762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244" name="任意多边形: 形状 1243">
                  <a:extLst>
                    <a:ext uri="{FF2B5EF4-FFF2-40B4-BE49-F238E27FC236}">
                      <a16:creationId xmlns:a16="http://schemas.microsoft.com/office/drawing/2014/main" id="{C0197AA8-E219-088F-DE74-8A6C6929246A}"/>
                    </a:ext>
                  </a:extLst>
                </p:cNvPr>
                <p:cNvSpPr/>
                <p:nvPr/>
              </p:nvSpPr>
              <p:spPr>
                <a:xfrm>
                  <a:off x="3568604" y="7586567"/>
                  <a:ext cx="33337" cy="9525"/>
                </a:xfrm>
                <a:custGeom>
                  <a:avLst/>
                  <a:gdLst>
                    <a:gd name="csX0" fmla="*/ 33337 w 33337"/>
                    <a:gd name="csY0" fmla="*/ 0 h 9525"/>
                    <a:gd name="csX1" fmla="*/ 0 w 33337"/>
                    <a:gd name="csY1" fmla="*/ 0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3337" h="9525">
                      <a:moveTo>
                        <a:pt x="33337" y="0"/>
                      </a:moveTo>
                      <a:lnTo>
                        <a:pt x="0" y="0"/>
                      </a:lnTo>
                    </a:path>
                  </a:pathLst>
                </a:custGeom>
                <a:ln w="762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245" name="任意多边形: 形状 1244">
                  <a:extLst>
                    <a:ext uri="{FF2B5EF4-FFF2-40B4-BE49-F238E27FC236}">
                      <a16:creationId xmlns:a16="http://schemas.microsoft.com/office/drawing/2014/main" id="{EF5B16C3-4E27-45F9-CDD3-D94B94BB6CD8}"/>
                    </a:ext>
                  </a:extLst>
                </p:cNvPr>
                <p:cNvSpPr/>
                <p:nvPr/>
              </p:nvSpPr>
              <p:spPr>
                <a:xfrm>
                  <a:off x="3568604" y="6903148"/>
                  <a:ext cx="33337" cy="9525"/>
                </a:xfrm>
                <a:custGeom>
                  <a:avLst/>
                  <a:gdLst>
                    <a:gd name="csX0" fmla="*/ 33337 w 33337"/>
                    <a:gd name="csY0" fmla="*/ 0 h 9525"/>
                    <a:gd name="csX1" fmla="*/ 0 w 33337"/>
                    <a:gd name="csY1" fmla="*/ 0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3337" h="9525">
                      <a:moveTo>
                        <a:pt x="33337" y="0"/>
                      </a:moveTo>
                      <a:lnTo>
                        <a:pt x="0" y="0"/>
                      </a:lnTo>
                    </a:path>
                  </a:pathLst>
                </a:custGeom>
                <a:ln w="762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246" name="任意多边形: 形状 1245">
                  <a:extLst>
                    <a:ext uri="{FF2B5EF4-FFF2-40B4-BE49-F238E27FC236}">
                      <a16:creationId xmlns:a16="http://schemas.microsoft.com/office/drawing/2014/main" id="{226BA445-45BE-C9A8-65F9-8BABCE094089}"/>
                    </a:ext>
                  </a:extLst>
                </p:cNvPr>
                <p:cNvSpPr/>
                <p:nvPr/>
              </p:nvSpPr>
              <p:spPr>
                <a:xfrm>
                  <a:off x="3942079" y="6649592"/>
                  <a:ext cx="6804088" cy="1612011"/>
                </a:xfrm>
                <a:custGeom>
                  <a:avLst/>
                  <a:gdLst>
                    <a:gd name="csX0" fmla="*/ 0 w 6804088"/>
                    <a:gd name="csY0" fmla="*/ 1559433 h 1612011"/>
                    <a:gd name="csX1" fmla="*/ 68104 w 6804088"/>
                    <a:gd name="csY1" fmla="*/ 1581055 h 1612011"/>
                    <a:gd name="csX2" fmla="*/ 136112 w 6804088"/>
                    <a:gd name="csY2" fmla="*/ 1574959 h 1612011"/>
                    <a:gd name="csX3" fmla="*/ 204121 w 6804088"/>
                    <a:gd name="csY3" fmla="*/ 1590866 h 1612011"/>
                    <a:gd name="csX4" fmla="*/ 272225 w 6804088"/>
                    <a:gd name="csY4" fmla="*/ 1588199 h 1612011"/>
                    <a:gd name="csX5" fmla="*/ 340233 w 6804088"/>
                    <a:gd name="csY5" fmla="*/ 1599724 h 1612011"/>
                    <a:gd name="csX6" fmla="*/ 408242 w 6804088"/>
                    <a:gd name="csY6" fmla="*/ 1599629 h 1612011"/>
                    <a:gd name="csX7" fmla="*/ 476345 w 6804088"/>
                    <a:gd name="csY7" fmla="*/ 1603820 h 1612011"/>
                    <a:gd name="csX8" fmla="*/ 544354 w 6804088"/>
                    <a:gd name="csY8" fmla="*/ 1595819 h 1612011"/>
                    <a:gd name="csX9" fmla="*/ 612362 w 6804088"/>
                    <a:gd name="csY9" fmla="*/ 1587151 h 1612011"/>
                    <a:gd name="csX10" fmla="*/ 680466 w 6804088"/>
                    <a:gd name="csY10" fmla="*/ 1570577 h 1612011"/>
                    <a:gd name="csX11" fmla="*/ 748475 w 6804088"/>
                    <a:gd name="csY11" fmla="*/ 1570958 h 1612011"/>
                    <a:gd name="csX12" fmla="*/ 816483 w 6804088"/>
                    <a:gd name="csY12" fmla="*/ 1553528 h 1612011"/>
                    <a:gd name="csX13" fmla="*/ 884587 w 6804088"/>
                    <a:gd name="csY13" fmla="*/ 1578293 h 1612011"/>
                    <a:gd name="csX14" fmla="*/ 952595 w 6804088"/>
                    <a:gd name="csY14" fmla="*/ 1597438 h 1612011"/>
                    <a:gd name="csX15" fmla="*/ 1020604 w 6804088"/>
                    <a:gd name="csY15" fmla="*/ 1609249 h 1612011"/>
                    <a:gd name="csX16" fmla="*/ 1088708 w 6804088"/>
                    <a:gd name="csY16" fmla="*/ 1612011 h 1612011"/>
                    <a:gd name="csX17" fmla="*/ 1156716 w 6804088"/>
                    <a:gd name="csY17" fmla="*/ 1609916 h 1612011"/>
                    <a:gd name="csX18" fmla="*/ 1224725 w 6804088"/>
                    <a:gd name="csY18" fmla="*/ 1603248 h 1612011"/>
                    <a:gd name="csX19" fmla="*/ 1292828 w 6804088"/>
                    <a:gd name="csY19" fmla="*/ 1601629 h 1612011"/>
                    <a:gd name="csX20" fmla="*/ 1360837 w 6804088"/>
                    <a:gd name="csY20" fmla="*/ 1556480 h 1612011"/>
                    <a:gd name="csX21" fmla="*/ 1428845 w 6804088"/>
                    <a:gd name="csY21" fmla="*/ 1068610 h 1612011"/>
                    <a:gd name="csX22" fmla="*/ 1496949 w 6804088"/>
                    <a:gd name="csY22" fmla="*/ 359855 h 1612011"/>
                    <a:gd name="csX23" fmla="*/ 1564958 w 6804088"/>
                    <a:gd name="csY23" fmla="*/ 0 h 1612011"/>
                    <a:gd name="csX24" fmla="*/ 1633061 w 6804088"/>
                    <a:gd name="csY24" fmla="*/ 144590 h 1612011"/>
                    <a:gd name="csX25" fmla="*/ 1701070 w 6804088"/>
                    <a:gd name="csY25" fmla="*/ 787527 h 1612011"/>
                    <a:gd name="csX26" fmla="*/ 1769078 w 6804088"/>
                    <a:gd name="csY26" fmla="*/ 1154049 h 1612011"/>
                    <a:gd name="csX27" fmla="*/ 1837182 w 6804088"/>
                    <a:gd name="csY27" fmla="*/ 1433132 h 1612011"/>
                    <a:gd name="csX28" fmla="*/ 1905191 w 6804088"/>
                    <a:gd name="csY28" fmla="*/ 1263587 h 1612011"/>
                    <a:gd name="csX29" fmla="*/ 1973199 w 6804088"/>
                    <a:gd name="csY29" fmla="*/ 1304639 h 1612011"/>
                    <a:gd name="csX30" fmla="*/ 2041303 w 6804088"/>
                    <a:gd name="csY30" fmla="*/ 1343978 h 1612011"/>
                    <a:gd name="csX31" fmla="*/ 2109311 w 6804088"/>
                    <a:gd name="csY31" fmla="*/ 1510856 h 1612011"/>
                    <a:gd name="csX32" fmla="*/ 2177320 w 6804088"/>
                    <a:gd name="csY32" fmla="*/ 1510951 h 1612011"/>
                    <a:gd name="csX33" fmla="*/ 2245424 w 6804088"/>
                    <a:gd name="csY33" fmla="*/ 1519333 h 1612011"/>
                    <a:gd name="csX34" fmla="*/ 2313432 w 6804088"/>
                    <a:gd name="csY34" fmla="*/ 1520476 h 1612011"/>
                    <a:gd name="csX35" fmla="*/ 2381441 w 6804088"/>
                    <a:gd name="csY35" fmla="*/ 1524191 h 1612011"/>
                    <a:gd name="csX36" fmla="*/ 2449544 w 6804088"/>
                    <a:gd name="csY36" fmla="*/ 1352074 h 1612011"/>
                    <a:gd name="csX37" fmla="*/ 2517553 w 6804088"/>
                    <a:gd name="csY37" fmla="*/ 1350740 h 1612011"/>
                    <a:gd name="csX38" fmla="*/ 2585561 w 6804088"/>
                    <a:gd name="csY38" fmla="*/ 1364837 h 1612011"/>
                    <a:gd name="csX39" fmla="*/ 2653665 w 6804088"/>
                    <a:gd name="csY39" fmla="*/ 1517714 h 1612011"/>
                    <a:gd name="csX40" fmla="*/ 2721674 w 6804088"/>
                    <a:gd name="csY40" fmla="*/ 1485043 h 1612011"/>
                    <a:gd name="csX41" fmla="*/ 2789682 w 6804088"/>
                    <a:gd name="csY41" fmla="*/ 1475708 h 1612011"/>
                    <a:gd name="csX42" fmla="*/ 2857786 w 6804088"/>
                    <a:gd name="csY42" fmla="*/ 1332738 h 1612011"/>
                    <a:gd name="csX43" fmla="*/ 2925794 w 6804088"/>
                    <a:gd name="csY43" fmla="*/ 1387031 h 1612011"/>
                    <a:gd name="csX44" fmla="*/ 2993803 w 6804088"/>
                    <a:gd name="csY44" fmla="*/ 1401318 h 1612011"/>
                    <a:gd name="csX45" fmla="*/ 3061907 w 6804088"/>
                    <a:gd name="csY45" fmla="*/ 1508284 h 1612011"/>
                    <a:gd name="csX46" fmla="*/ 3129915 w 6804088"/>
                    <a:gd name="csY46" fmla="*/ 1445990 h 1612011"/>
                    <a:gd name="csX47" fmla="*/ 3197924 w 6804088"/>
                    <a:gd name="csY47" fmla="*/ 1470184 h 1612011"/>
                    <a:gd name="csX48" fmla="*/ 3266027 w 6804088"/>
                    <a:gd name="csY48" fmla="*/ 1497235 h 1612011"/>
                    <a:gd name="csX49" fmla="*/ 3334036 w 6804088"/>
                    <a:gd name="csY49" fmla="*/ 1537811 h 1612011"/>
                    <a:gd name="csX50" fmla="*/ 3402044 w 6804088"/>
                    <a:gd name="csY50" fmla="*/ 1495996 h 1612011"/>
                    <a:gd name="csX51" fmla="*/ 3470148 w 6804088"/>
                    <a:gd name="csY51" fmla="*/ 1473708 h 1612011"/>
                    <a:gd name="csX52" fmla="*/ 3538157 w 6804088"/>
                    <a:gd name="csY52" fmla="*/ 1404271 h 1612011"/>
                    <a:gd name="csX53" fmla="*/ 3606165 w 6804088"/>
                    <a:gd name="csY53" fmla="*/ 1463612 h 1612011"/>
                    <a:gd name="csX54" fmla="*/ 3674269 w 6804088"/>
                    <a:gd name="csY54" fmla="*/ 1488377 h 1612011"/>
                    <a:gd name="csX55" fmla="*/ 3742277 w 6804088"/>
                    <a:gd name="csY55" fmla="*/ 1553432 h 1612011"/>
                    <a:gd name="csX56" fmla="*/ 3810286 w 6804088"/>
                    <a:gd name="csY56" fmla="*/ 1545241 h 1612011"/>
                    <a:gd name="csX57" fmla="*/ 3878390 w 6804088"/>
                    <a:gd name="csY57" fmla="*/ 1547908 h 1612011"/>
                    <a:gd name="csX58" fmla="*/ 3946398 w 6804088"/>
                    <a:gd name="csY58" fmla="*/ 1488186 h 1612011"/>
                    <a:gd name="csX59" fmla="*/ 4014407 w 6804088"/>
                    <a:gd name="csY59" fmla="*/ 1470755 h 1612011"/>
                    <a:gd name="csX60" fmla="*/ 4082510 w 6804088"/>
                    <a:gd name="csY60" fmla="*/ 1386364 h 1612011"/>
                    <a:gd name="csX61" fmla="*/ 4150519 w 6804088"/>
                    <a:gd name="csY61" fmla="*/ 1404461 h 1612011"/>
                    <a:gd name="csX62" fmla="*/ 4218527 w 6804088"/>
                    <a:gd name="csY62" fmla="*/ 1413224 h 1612011"/>
                    <a:gd name="csX63" fmla="*/ 4286631 w 6804088"/>
                    <a:gd name="csY63" fmla="*/ 1501616 h 1612011"/>
                    <a:gd name="csX64" fmla="*/ 4354640 w 6804088"/>
                    <a:gd name="csY64" fmla="*/ 1456468 h 1612011"/>
                    <a:gd name="csX65" fmla="*/ 4422648 w 6804088"/>
                    <a:gd name="csY65" fmla="*/ 1484471 h 1612011"/>
                    <a:gd name="csX66" fmla="*/ 4490752 w 6804088"/>
                    <a:gd name="csY66" fmla="*/ 1483709 h 1612011"/>
                    <a:gd name="csX67" fmla="*/ 4558761 w 6804088"/>
                    <a:gd name="csY67" fmla="*/ 1557814 h 1612011"/>
                    <a:gd name="csX68" fmla="*/ 4626769 w 6804088"/>
                    <a:gd name="csY68" fmla="*/ 1534287 h 1612011"/>
                    <a:gd name="csX69" fmla="*/ 4694873 w 6804088"/>
                    <a:gd name="csY69" fmla="*/ 1537240 h 1612011"/>
                    <a:gd name="csX70" fmla="*/ 4762881 w 6804088"/>
                    <a:gd name="csY70" fmla="*/ 1449800 h 1612011"/>
                    <a:gd name="csX71" fmla="*/ 4830890 w 6804088"/>
                    <a:gd name="csY71" fmla="*/ 1499330 h 1612011"/>
                    <a:gd name="csX72" fmla="*/ 4898994 w 6804088"/>
                    <a:gd name="csY72" fmla="*/ 1494377 h 1612011"/>
                    <a:gd name="csX73" fmla="*/ 4967002 w 6804088"/>
                    <a:gd name="csY73" fmla="*/ 1553337 h 1612011"/>
                    <a:gd name="csX74" fmla="*/ 5035011 w 6804088"/>
                    <a:gd name="csY74" fmla="*/ 1555623 h 1612011"/>
                    <a:gd name="csX75" fmla="*/ 5103114 w 6804088"/>
                    <a:gd name="csY75" fmla="*/ 1555242 h 1612011"/>
                    <a:gd name="csX76" fmla="*/ 5171123 w 6804088"/>
                    <a:gd name="csY76" fmla="*/ 1471803 h 1612011"/>
                    <a:gd name="csX77" fmla="*/ 5239131 w 6804088"/>
                    <a:gd name="csY77" fmla="*/ 1478661 h 1612011"/>
                    <a:gd name="csX78" fmla="*/ 5307235 w 6804088"/>
                    <a:gd name="csY78" fmla="*/ 1499330 h 1612011"/>
                    <a:gd name="csX79" fmla="*/ 5375244 w 6804088"/>
                    <a:gd name="csY79" fmla="*/ 1586008 h 1612011"/>
                    <a:gd name="csX80" fmla="*/ 5443252 w 6804088"/>
                    <a:gd name="csY80" fmla="*/ 1574292 h 1612011"/>
                    <a:gd name="csX81" fmla="*/ 5511356 w 6804088"/>
                    <a:gd name="csY81" fmla="*/ 1569149 h 1612011"/>
                    <a:gd name="csX82" fmla="*/ 5579364 w 6804088"/>
                    <a:gd name="csY82" fmla="*/ 1557719 h 1612011"/>
                    <a:gd name="csX83" fmla="*/ 5647373 w 6804088"/>
                    <a:gd name="csY83" fmla="*/ 1580483 h 1612011"/>
                    <a:gd name="csX84" fmla="*/ 5715477 w 6804088"/>
                    <a:gd name="csY84" fmla="*/ 1585722 h 1612011"/>
                    <a:gd name="csX85" fmla="*/ 5783485 w 6804088"/>
                    <a:gd name="csY85" fmla="*/ 1582579 h 1612011"/>
                    <a:gd name="csX86" fmla="*/ 5851494 w 6804088"/>
                    <a:gd name="csY86" fmla="*/ 1549337 h 1612011"/>
                    <a:gd name="csX87" fmla="*/ 5919597 w 6804088"/>
                    <a:gd name="csY87" fmla="*/ 1538859 h 1612011"/>
                    <a:gd name="csX88" fmla="*/ 5987606 w 6804088"/>
                    <a:gd name="csY88" fmla="*/ 1523619 h 1612011"/>
                    <a:gd name="csX89" fmla="*/ 6055614 w 6804088"/>
                    <a:gd name="csY89" fmla="*/ 1568196 h 1612011"/>
                    <a:gd name="csX90" fmla="*/ 6123718 w 6804088"/>
                    <a:gd name="csY90" fmla="*/ 1571625 h 1612011"/>
                    <a:gd name="csX91" fmla="*/ 6191727 w 6804088"/>
                    <a:gd name="csY91" fmla="*/ 1559719 h 1612011"/>
                    <a:gd name="csX92" fmla="*/ 6259735 w 6804088"/>
                    <a:gd name="csY92" fmla="*/ 1518952 h 1612011"/>
                    <a:gd name="csX93" fmla="*/ 6327839 w 6804088"/>
                    <a:gd name="csY93" fmla="*/ 1512761 h 1612011"/>
                    <a:gd name="csX94" fmla="*/ 6395847 w 6804088"/>
                    <a:gd name="csY94" fmla="*/ 1470946 h 1612011"/>
                    <a:gd name="csX95" fmla="*/ 6463856 w 6804088"/>
                    <a:gd name="csY95" fmla="*/ 1478756 h 1612011"/>
                    <a:gd name="csX96" fmla="*/ 6531959 w 6804088"/>
                    <a:gd name="csY96" fmla="*/ 1440180 h 1612011"/>
                    <a:gd name="csX97" fmla="*/ 6599968 w 6804088"/>
                    <a:gd name="csY97" fmla="*/ 1503140 h 1612011"/>
                    <a:gd name="csX98" fmla="*/ 6667977 w 6804088"/>
                    <a:gd name="csY98" fmla="*/ 1508950 h 1612011"/>
                    <a:gd name="csX99" fmla="*/ 6736081 w 6804088"/>
                    <a:gd name="csY99" fmla="*/ 1556957 h 1612011"/>
                    <a:gd name="csX100" fmla="*/ 6804089 w 6804088"/>
                    <a:gd name="csY100" fmla="*/ 1513618 h 16120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</a:cxnLst>
                  <a:rect l="l" t="t" r="r" b="b"/>
                  <a:pathLst>
                    <a:path w="6804088" h="1612011">
                      <a:moveTo>
                        <a:pt x="0" y="1559433"/>
                      </a:moveTo>
                      <a:lnTo>
                        <a:pt x="68104" y="1581055"/>
                      </a:lnTo>
                      <a:lnTo>
                        <a:pt x="136112" y="1574959"/>
                      </a:lnTo>
                      <a:lnTo>
                        <a:pt x="204121" y="1590866"/>
                      </a:lnTo>
                      <a:lnTo>
                        <a:pt x="272225" y="1588199"/>
                      </a:lnTo>
                      <a:lnTo>
                        <a:pt x="340233" y="1599724"/>
                      </a:lnTo>
                      <a:lnTo>
                        <a:pt x="408242" y="1599629"/>
                      </a:lnTo>
                      <a:lnTo>
                        <a:pt x="476345" y="1603820"/>
                      </a:lnTo>
                      <a:lnTo>
                        <a:pt x="544354" y="1595819"/>
                      </a:lnTo>
                      <a:lnTo>
                        <a:pt x="612362" y="1587151"/>
                      </a:lnTo>
                      <a:lnTo>
                        <a:pt x="680466" y="1570577"/>
                      </a:lnTo>
                      <a:lnTo>
                        <a:pt x="748475" y="1570958"/>
                      </a:lnTo>
                      <a:lnTo>
                        <a:pt x="816483" y="1553528"/>
                      </a:lnTo>
                      <a:lnTo>
                        <a:pt x="884587" y="1578293"/>
                      </a:lnTo>
                      <a:lnTo>
                        <a:pt x="952595" y="1597438"/>
                      </a:lnTo>
                      <a:lnTo>
                        <a:pt x="1020604" y="1609249"/>
                      </a:lnTo>
                      <a:lnTo>
                        <a:pt x="1088708" y="1612011"/>
                      </a:lnTo>
                      <a:lnTo>
                        <a:pt x="1156716" y="1609916"/>
                      </a:lnTo>
                      <a:lnTo>
                        <a:pt x="1224725" y="1603248"/>
                      </a:lnTo>
                      <a:lnTo>
                        <a:pt x="1292828" y="1601629"/>
                      </a:lnTo>
                      <a:lnTo>
                        <a:pt x="1360837" y="1556480"/>
                      </a:lnTo>
                      <a:lnTo>
                        <a:pt x="1428845" y="1068610"/>
                      </a:lnTo>
                      <a:lnTo>
                        <a:pt x="1496949" y="359855"/>
                      </a:lnTo>
                      <a:lnTo>
                        <a:pt x="1564958" y="0"/>
                      </a:lnTo>
                      <a:lnTo>
                        <a:pt x="1633061" y="144590"/>
                      </a:lnTo>
                      <a:lnTo>
                        <a:pt x="1701070" y="787527"/>
                      </a:lnTo>
                      <a:lnTo>
                        <a:pt x="1769078" y="1154049"/>
                      </a:lnTo>
                      <a:lnTo>
                        <a:pt x="1837182" y="1433132"/>
                      </a:lnTo>
                      <a:lnTo>
                        <a:pt x="1905191" y="1263587"/>
                      </a:lnTo>
                      <a:lnTo>
                        <a:pt x="1973199" y="1304639"/>
                      </a:lnTo>
                      <a:lnTo>
                        <a:pt x="2041303" y="1343978"/>
                      </a:lnTo>
                      <a:lnTo>
                        <a:pt x="2109311" y="1510856"/>
                      </a:lnTo>
                      <a:lnTo>
                        <a:pt x="2177320" y="1510951"/>
                      </a:lnTo>
                      <a:lnTo>
                        <a:pt x="2245424" y="1519333"/>
                      </a:lnTo>
                      <a:lnTo>
                        <a:pt x="2313432" y="1520476"/>
                      </a:lnTo>
                      <a:lnTo>
                        <a:pt x="2381441" y="1524191"/>
                      </a:lnTo>
                      <a:lnTo>
                        <a:pt x="2449544" y="1352074"/>
                      </a:lnTo>
                      <a:lnTo>
                        <a:pt x="2517553" y="1350740"/>
                      </a:lnTo>
                      <a:lnTo>
                        <a:pt x="2585561" y="1364837"/>
                      </a:lnTo>
                      <a:lnTo>
                        <a:pt x="2653665" y="1517714"/>
                      </a:lnTo>
                      <a:lnTo>
                        <a:pt x="2721674" y="1485043"/>
                      </a:lnTo>
                      <a:lnTo>
                        <a:pt x="2789682" y="1475708"/>
                      </a:lnTo>
                      <a:lnTo>
                        <a:pt x="2857786" y="1332738"/>
                      </a:lnTo>
                      <a:lnTo>
                        <a:pt x="2925794" y="1387031"/>
                      </a:lnTo>
                      <a:lnTo>
                        <a:pt x="2993803" y="1401318"/>
                      </a:lnTo>
                      <a:lnTo>
                        <a:pt x="3061907" y="1508284"/>
                      </a:lnTo>
                      <a:lnTo>
                        <a:pt x="3129915" y="1445990"/>
                      </a:lnTo>
                      <a:lnTo>
                        <a:pt x="3197924" y="1470184"/>
                      </a:lnTo>
                      <a:lnTo>
                        <a:pt x="3266027" y="1497235"/>
                      </a:lnTo>
                      <a:lnTo>
                        <a:pt x="3334036" y="1537811"/>
                      </a:lnTo>
                      <a:lnTo>
                        <a:pt x="3402044" y="1495996"/>
                      </a:lnTo>
                      <a:lnTo>
                        <a:pt x="3470148" y="1473708"/>
                      </a:lnTo>
                      <a:lnTo>
                        <a:pt x="3538157" y="1404271"/>
                      </a:lnTo>
                      <a:lnTo>
                        <a:pt x="3606165" y="1463612"/>
                      </a:lnTo>
                      <a:lnTo>
                        <a:pt x="3674269" y="1488377"/>
                      </a:lnTo>
                      <a:lnTo>
                        <a:pt x="3742277" y="1553432"/>
                      </a:lnTo>
                      <a:lnTo>
                        <a:pt x="3810286" y="1545241"/>
                      </a:lnTo>
                      <a:lnTo>
                        <a:pt x="3878390" y="1547908"/>
                      </a:lnTo>
                      <a:lnTo>
                        <a:pt x="3946398" y="1488186"/>
                      </a:lnTo>
                      <a:lnTo>
                        <a:pt x="4014407" y="1470755"/>
                      </a:lnTo>
                      <a:lnTo>
                        <a:pt x="4082510" y="1386364"/>
                      </a:lnTo>
                      <a:lnTo>
                        <a:pt x="4150519" y="1404461"/>
                      </a:lnTo>
                      <a:lnTo>
                        <a:pt x="4218527" y="1413224"/>
                      </a:lnTo>
                      <a:lnTo>
                        <a:pt x="4286631" y="1501616"/>
                      </a:lnTo>
                      <a:lnTo>
                        <a:pt x="4354640" y="1456468"/>
                      </a:lnTo>
                      <a:lnTo>
                        <a:pt x="4422648" y="1484471"/>
                      </a:lnTo>
                      <a:lnTo>
                        <a:pt x="4490752" y="1483709"/>
                      </a:lnTo>
                      <a:lnTo>
                        <a:pt x="4558761" y="1557814"/>
                      </a:lnTo>
                      <a:lnTo>
                        <a:pt x="4626769" y="1534287"/>
                      </a:lnTo>
                      <a:lnTo>
                        <a:pt x="4694873" y="1537240"/>
                      </a:lnTo>
                      <a:lnTo>
                        <a:pt x="4762881" y="1449800"/>
                      </a:lnTo>
                      <a:lnTo>
                        <a:pt x="4830890" y="1499330"/>
                      </a:lnTo>
                      <a:lnTo>
                        <a:pt x="4898994" y="1494377"/>
                      </a:lnTo>
                      <a:lnTo>
                        <a:pt x="4967002" y="1553337"/>
                      </a:lnTo>
                      <a:lnTo>
                        <a:pt x="5035011" y="1555623"/>
                      </a:lnTo>
                      <a:lnTo>
                        <a:pt x="5103114" y="1555242"/>
                      </a:lnTo>
                      <a:lnTo>
                        <a:pt x="5171123" y="1471803"/>
                      </a:lnTo>
                      <a:lnTo>
                        <a:pt x="5239131" y="1478661"/>
                      </a:lnTo>
                      <a:lnTo>
                        <a:pt x="5307235" y="1499330"/>
                      </a:lnTo>
                      <a:lnTo>
                        <a:pt x="5375244" y="1586008"/>
                      </a:lnTo>
                      <a:lnTo>
                        <a:pt x="5443252" y="1574292"/>
                      </a:lnTo>
                      <a:lnTo>
                        <a:pt x="5511356" y="1569149"/>
                      </a:lnTo>
                      <a:lnTo>
                        <a:pt x="5579364" y="1557719"/>
                      </a:lnTo>
                      <a:lnTo>
                        <a:pt x="5647373" y="1580483"/>
                      </a:lnTo>
                      <a:lnTo>
                        <a:pt x="5715477" y="1585722"/>
                      </a:lnTo>
                      <a:lnTo>
                        <a:pt x="5783485" y="1582579"/>
                      </a:lnTo>
                      <a:lnTo>
                        <a:pt x="5851494" y="1549337"/>
                      </a:lnTo>
                      <a:lnTo>
                        <a:pt x="5919597" y="1538859"/>
                      </a:lnTo>
                      <a:lnTo>
                        <a:pt x="5987606" y="1523619"/>
                      </a:lnTo>
                      <a:lnTo>
                        <a:pt x="6055614" y="1568196"/>
                      </a:lnTo>
                      <a:lnTo>
                        <a:pt x="6123718" y="1571625"/>
                      </a:lnTo>
                      <a:lnTo>
                        <a:pt x="6191727" y="1559719"/>
                      </a:lnTo>
                      <a:lnTo>
                        <a:pt x="6259735" y="1518952"/>
                      </a:lnTo>
                      <a:lnTo>
                        <a:pt x="6327839" y="1512761"/>
                      </a:lnTo>
                      <a:lnTo>
                        <a:pt x="6395847" y="1470946"/>
                      </a:lnTo>
                      <a:lnTo>
                        <a:pt x="6463856" y="1478756"/>
                      </a:lnTo>
                      <a:lnTo>
                        <a:pt x="6531959" y="1440180"/>
                      </a:lnTo>
                      <a:lnTo>
                        <a:pt x="6599968" y="1503140"/>
                      </a:lnTo>
                      <a:lnTo>
                        <a:pt x="6667977" y="1508950"/>
                      </a:lnTo>
                      <a:lnTo>
                        <a:pt x="6736081" y="1556957"/>
                      </a:lnTo>
                      <a:lnTo>
                        <a:pt x="6804089" y="1513618"/>
                      </a:lnTo>
                    </a:path>
                  </a:pathLst>
                </a:custGeom>
                <a:noFill/>
                <a:ln w="11430" cap="rnd">
                  <a:solidFill>
                    <a:srgbClr val="E64B35"/>
                  </a:solidFill>
                  <a:prstDash val="solid"/>
                  <a:round/>
                </a:ln>
              </p:spPr>
            </p:sp>
            <p:sp>
              <p:nvSpPr>
                <p:cNvPr id="1247" name="任意多边形: 形状 1246">
                  <a:extLst>
                    <a:ext uri="{FF2B5EF4-FFF2-40B4-BE49-F238E27FC236}">
                      <a16:creationId xmlns:a16="http://schemas.microsoft.com/office/drawing/2014/main" id="{C8260046-BA4B-D957-69AC-EC4803465A99}"/>
                    </a:ext>
                  </a:extLst>
                </p:cNvPr>
                <p:cNvSpPr/>
                <p:nvPr/>
              </p:nvSpPr>
              <p:spPr>
                <a:xfrm>
                  <a:off x="3942079" y="7126414"/>
                  <a:ext cx="6804088" cy="1136142"/>
                </a:xfrm>
                <a:custGeom>
                  <a:avLst/>
                  <a:gdLst>
                    <a:gd name="csX0" fmla="*/ 0 w 6804088"/>
                    <a:gd name="csY0" fmla="*/ 1086517 h 1136142"/>
                    <a:gd name="csX1" fmla="*/ 68104 w 6804088"/>
                    <a:gd name="csY1" fmla="*/ 1108329 h 1136142"/>
                    <a:gd name="csX2" fmla="*/ 136112 w 6804088"/>
                    <a:gd name="csY2" fmla="*/ 1102995 h 1136142"/>
                    <a:gd name="csX3" fmla="*/ 204121 w 6804088"/>
                    <a:gd name="csY3" fmla="*/ 1118426 h 1136142"/>
                    <a:gd name="csX4" fmla="*/ 272225 w 6804088"/>
                    <a:gd name="csY4" fmla="*/ 1115759 h 1136142"/>
                    <a:gd name="csX5" fmla="*/ 340233 w 6804088"/>
                    <a:gd name="csY5" fmla="*/ 1126331 h 1136142"/>
                    <a:gd name="csX6" fmla="*/ 408242 w 6804088"/>
                    <a:gd name="csY6" fmla="*/ 1126141 h 1136142"/>
                    <a:gd name="csX7" fmla="*/ 476345 w 6804088"/>
                    <a:gd name="csY7" fmla="*/ 1130046 h 1136142"/>
                    <a:gd name="csX8" fmla="*/ 544354 w 6804088"/>
                    <a:gd name="csY8" fmla="*/ 1123474 h 1136142"/>
                    <a:gd name="csX9" fmla="*/ 612362 w 6804088"/>
                    <a:gd name="csY9" fmla="*/ 1116616 h 1136142"/>
                    <a:gd name="csX10" fmla="*/ 680466 w 6804088"/>
                    <a:gd name="csY10" fmla="*/ 1102424 h 1136142"/>
                    <a:gd name="csX11" fmla="*/ 748475 w 6804088"/>
                    <a:gd name="csY11" fmla="*/ 1103376 h 1136142"/>
                    <a:gd name="csX12" fmla="*/ 816483 w 6804088"/>
                    <a:gd name="csY12" fmla="*/ 1089089 h 1136142"/>
                    <a:gd name="csX13" fmla="*/ 884587 w 6804088"/>
                    <a:gd name="csY13" fmla="*/ 1110234 h 1136142"/>
                    <a:gd name="csX14" fmla="*/ 952595 w 6804088"/>
                    <a:gd name="csY14" fmla="*/ 1125093 h 1136142"/>
                    <a:gd name="csX15" fmla="*/ 1020604 w 6804088"/>
                    <a:gd name="csY15" fmla="*/ 1134428 h 1136142"/>
                    <a:gd name="csX16" fmla="*/ 1088708 w 6804088"/>
                    <a:gd name="csY16" fmla="*/ 1136142 h 1136142"/>
                    <a:gd name="csX17" fmla="*/ 1156716 w 6804088"/>
                    <a:gd name="csY17" fmla="*/ 1134523 h 1136142"/>
                    <a:gd name="csX18" fmla="*/ 1224725 w 6804088"/>
                    <a:gd name="csY18" fmla="*/ 1129094 h 1136142"/>
                    <a:gd name="csX19" fmla="*/ 1292828 w 6804088"/>
                    <a:gd name="csY19" fmla="*/ 1128808 h 1136142"/>
                    <a:gd name="csX20" fmla="*/ 1360837 w 6804088"/>
                    <a:gd name="csY20" fmla="*/ 1091470 h 1136142"/>
                    <a:gd name="csX21" fmla="*/ 1428845 w 6804088"/>
                    <a:gd name="csY21" fmla="*/ 709708 h 1136142"/>
                    <a:gd name="csX22" fmla="*/ 1496949 w 6804088"/>
                    <a:gd name="csY22" fmla="*/ 254889 h 1136142"/>
                    <a:gd name="csX23" fmla="*/ 1564958 w 6804088"/>
                    <a:gd name="csY23" fmla="*/ 0 h 1136142"/>
                    <a:gd name="csX24" fmla="*/ 1633061 w 6804088"/>
                    <a:gd name="csY24" fmla="*/ 135160 h 1136142"/>
                    <a:gd name="csX25" fmla="*/ 1701070 w 6804088"/>
                    <a:gd name="csY25" fmla="*/ 594360 h 1136142"/>
                    <a:gd name="csX26" fmla="*/ 1769078 w 6804088"/>
                    <a:gd name="csY26" fmla="*/ 818198 h 1136142"/>
                    <a:gd name="csX27" fmla="*/ 1837182 w 6804088"/>
                    <a:gd name="csY27" fmla="*/ 976217 h 1136142"/>
                    <a:gd name="csX28" fmla="*/ 1905191 w 6804088"/>
                    <a:gd name="csY28" fmla="*/ 812673 h 1136142"/>
                    <a:gd name="csX29" fmla="*/ 1973199 w 6804088"/>
                    <a:gd name="csY29" fmla="*/ 784098 h 1136142"/>
                    <a:gd name="csX30" fmla="*/ 2041303 w 6804088"/>
                    <a:gd name="csY30" fmla="*/ 776002 h 1136142"/>
                    <a:gd name="csX31" fmla="*/ 2109311 w 6804088"/>
                    <a:gd name="csY31" fmla="*/ 953167 h 1136142"/>
                    <a:gd name="csX32" fmla="*/ 2177320 w 6804088"/>
                    <a:gd name="csY32" fmla="*/ 953548 h 1136142"/>
                    <a:gd name="csX33" fmla="*/ 2245424 w 6804088"/>
                    <a:gd name="csY33" fmla="*/ 992505 h 1136142"/>
                    <a:gd name="csX34" fmla="*/ 2313432 w 6804088"/>
                    <a:gd name="csY34" fmla="*/ 1031557 h 1136142"/>
                    <a:gd name="csX35" fmla="*/ 2381441 w 6804088"/>
                    <a:gd name="csY35" fmla="*/ 1048798 h 1136142"/>
                    <a:gd name="csX36" fmla="*/ 2449544 w 6804088"/>
                    <a:gd name="csY36" fmla="*/ 904875 h 1136142"/>
                    <a:gd name="csX37" fmla="*/ 2517553 w 6804088"/>
                    <a:gd name="csY37" fmla="*/ 910399 h 1136142"/>
                    <a:gd name="csX38" fmla="*/ 2585561 w 6804088"/>
                    <a:gd name="csY38" fmla="*/ 932307 h 1136142"/>
                    <a:gd name="csX39" fmla="*/ 2653665 w 6804088"/>
                    <a:gd name="csY39" fmla="*/ 1056037 h 1136142"/>
                    <a:gd name="csX40" fmla="*/ 2721674 w 6804088"/>
                    <a:gd name="csY40" fmla="*/ 1026700 h 1136142"/>
                    <a:gd name="csX41" fmla="*/ 2789682 w 6804088"/>
                    <a:gd name="csY41" fmla="*/ 1021270 h 1136142"/>
                    <a:gd name="csX42" fmla="*/ 2857786 w 6804088"/>
                    <a:gd name="csY42" fmla="*/ 894683 h 1136142"/>
                    <a:gd name="csX43" fmla="*/ 2925794 w 6804088"/>
                    <a:gd name="csY43" fmla="*/ 938879 h 1136142"/>
                    <a:gd name="csX44" fmla="*/ 2993803 w 6804088"/>
                    <a:gd name="csY44" fmla="*/ 950500 h 1136142"/>
                    <a:gd name="csX45" fmla="*/ 3061907 w 6804088"/>
                    <a:gd name="csY45" fmla="*/ 1044131 h 1136142"/>
                    <a:gd name="csX46" fmla="*/ 3129915 w 6804088"/>
                    <a:gd name="csY46" fmla="*/ 990981 h 1136142"/>
                    <a:gd name="csX47" fmla="*/ 3197924 w 6804088"/>
                    <a:gd name="csY47" fmla="*/ 1011650 h 1136142"/>
                    <a:gd name="csX48" fmla="*/ 3266027 w 6804088"/>
                    <a:gd name="csY48" fmla="*/ 1035082 h 1136142"/>
                    <a:gd name="csX49" fmla="*/ 3334036 w 6804088"/>
                    <a:gd name="csY49" fmla="*/ 1071848 h 1136142"/>
                    <a:gd name="csX50" fmla="*/ 3402044 w 6804088"/>
                    <a:gd name="csY50" fmla="*/ 1035844 h 1136142"/>
                    <a:gd name="csX51" fmla="*/ 3470148 w 6804088"/>
                    <a:gd name="csY51" fmla="*/ 1017270 h 1136142"/>
                    <a:gd name="csX52" fmla="*/ 3538157 w 6804088"/>
                    <a:gd name="csY52" fmla="*/ 958310 h 1136142"/>
                    <a:gd name="csX53" fmla="*/ 3606165 w 6804088"/>
                    <a:gd name="csY53" fmla="*/ 1006507 h 1136142"/>
                    <a:gd name="csX54" fmla="*/ 3674269 w 6804088"/>
                    <a:gd name="csY54" fmla="*/ 1027176 h 1136142"/>
                    <a:gd name="csX55" fmla="*/ 3742277 w 6804088"/>
                    <a:gd name="csY55" fmla="*/ 1083945 h 1136142"/>
                    <a:gd name="csX56" fmla="*/ 3810286 w 6804088"/>
                    <a:gd name="csY56" fmla="*/ 1076801 h 1136142"/>
                    <a:gd name="csX57" fmla="*/ 3878390 w 6804088"/>
                    <a:gd name="csY57" fmla="*/ 1078802 h 1136142"/>
                    <a:gd name="csX58" fmla="*/ 3946398 w 6804088"/>
                    <a:gd name="csY58" fmla="*/ 1025366 h 1136142"/>
                    <a:gd name="csX59" fmla="*/ 4014407 w 6804088"/>
                    <a:gd name="csY59" fmla="*/ 1009745 h 1136142"/>
                    <a:gd name="csX60" fmla="*/ 4082510 w 6804088"/>
                    <a:gd name="csY60" fmla="*/ 932783 h 1136142"/>
                    <a:gd name="csX61" fmla="*/ 4150519 w 6804088"/>
                    <a:gd name="csY61" fmla="*/ 949738 h 1136142"/>
                    <a:gd name="csX62" fmla="*/ 4218527 w 6804088"/>
                    <a:gd name="csY62" fmla="*/ 956024 h 1136142"/>
                    <a:gd name="csX63" fmla="*/ 4286631 w 6804088"/>
                    <a:gd name="csY63" fmla="*/ 1034701 h 1136142"/>
                    <a:gd name="csX64" fmla="*/ 4354640 w 6804088"/>
                    <a:gd name="csY64" fmla="*/ 992124 h 1136142"/>
                    <a:gd name="csX65" fmla="*/ 4422648 w 6804088"/>
                    <a:gd name="csY65" fmla="*/ 1017556 h 1136142"/>
                    <a:gd name="csX66" fmla="*/ 4490752 w 6804088"/>
                    <a:gd name="csY66" fmla="*/ 1017841 h 1136142"/>
                    <a:gd name="csX67" fmla="*/ 4558761 w 6804088"/>
                    <a:gd name="csY67" fmla="*/ 1086136 h 1136142"/>
                    <a:gd name="csX68" fmla="*/ 4626769 w 6804088"/>
                    <a:gd name="csY68" fmla="*/ 1064800 h 1136142"/>
                    <a:gd name="csX69" fmla="*/ 4694873 w 6804088"/>
                    <a:gd name="csY69" fmla="*/ 1067181 h 1136142"/>
                    <a:gd name="csX70" fmla="*/ 4762881 w 6804088"/>
                    <a:gd name="csY70" fmla="*/ 986028 h 1136142"/>
                    <a:gd name="csX71" fmla="*/ 4830890 w 6804088"/>
                    <a:gd name="csY71" fmla="*/ 1030700 h 1136142"/>
                    <a:gd name="csX72" fmla="*/ 4898994 w 6804088"/>
                    <a:gd name="csY72" fmla="*/ 1024890 h 1136142"/>
                    <a:gd name="csX73" fmla="*/ 4967002 w 6804088"/>
                    <a:gd name="csY73" fmla="*/ 1080230 h 1136142"/>
                    <a:gd name="csX74" fmla="*/ 5035011 w 6804088"/>
                    <a:gd name="csY74" fmla="*/ 1083374 h 1136142"/>
                    <a:gd name="csX75" fmla="*/ 5103114 w 6804088"/>
                    <a:gd name="csY75" fmla="*/ 1082897 h 1136142"/>
                    <a:gd name="csX76" fmla="*/ 5171123 w 6804088"/>
                    <a:gd name="csY76" fmla="*/ 1003935 h 1136142"/>
                    <a:gd name="csX77" fmla="*/ 5239131 w 6804088"/>
                    <a:gd name="csY77" fmla="*/ 1010698 h 1136142"/>
                    <a:gd name="csX78" fmla="*/ 5307235 w 6804088"/>
                    <a:gd name="csY78" fmla="*/ 1030891 h 1136142"/>
                    <a:gd name="csX79" fmla="*/ 5375244 w 6804088"/>
                    <a:gd name="csY79" fmla="*/ 1111568 h 1136142"/>
                    <a:gd name="csX80" fmla="*/ 5443252 w 6804088"/>
                    <a:gd name="csY80" fmla="*/ 1100900 h 1136142"/>
                    <a:gd name="csX81" fmla="*/ 5511356 w 6804088"/>
                    <a:gd name="csY81" fmla="*/ 1096232 h 1136142"/>
                    <a:gd name="csX82" fmla="*/ 5579364 w 6804088"/>
                    <a:gd name="csY82" fmla="*/ 1085660 h 1136142"/>
                    <a:gd name="csX83" fmla="*/ 5647373 w 6804088"/>
                    <a:gd name="csY83" fmla="*/ 1106519 h 1136142"/>
                    <a:gd name="csX84" fmla="*/ 5715477 w 6804088"/>
                    <a:gd name="csY84" fmla="*/ 1111663 h 1136142"/>
                    <a:gd name="csX85" fmla="*/ 5783485 w 6804088"/>
                    <a:gd name="csY85" fmla="*/ 1108996 h 1136142"/>
                    <a:gd name="csX86" fmla="*/ 5851494 w 6804088"/>
                    <a:gd name="csY86" fmla="*/ 1078040 h 1136142"/>
                    <a:gd name="csX87" fmla="*/ 5919597 w 6804088"/>
                    <a:gd name="csY87" fmla="*/ 1068419 h 1136142"/>
                    <a:gd name="csX88" fmla="*/ 5987606 w 6804088"/>
                    <a:gd name="csY88" fmla="*/ 1054418 h 1136142"/>
                    <a:gd name="csX89" fmla="*/ 6055614 w 6804088"/>
                    <a:gd name="csY89" fmla="*/ 1095470 h 1136142"/>
                    <a:gd name="csX90" fmla="*/ 6123718 w 6804088"/>
                    <a:gd name="csY90" fmla="*/ 1098899 h 1136142"/>
                    <a:gd name="csX91" fmla="*/ 6191727 w 6804088"/>
                    <a:gd name="csY91" fmla="*/ 1087755 h 1136142"/>
                    <a:gd name="csX92" fmla="*/ 6259735 w 6804088"/>
                    <a:gd name="csY92" fmla="*/ 1050512 h 1136142"/>
                    <a:gd name="csX93" fmla="*/ 6327839 w 6804088"/>
                    <a:gd name="csY93" fmla="*/ 1044416 h 1136142"/>
                    <a:gd name="csX94" fmla="*/ 6395847 w 6804088"/>
                    <a:gd name="csY94" fmla="*/ 1005173 h 1136142"/>
                    <a:gd name="csX95" fmla="*/ 6463856 w 6804088"/>
                    <a:gd name="csY95" fmla="*/ 1012984 h 1136142"/>
                    <a:gd name="csX96" fmla="*/ 6531959 w 6804088"/>
                    <a:gd name="csY96" fmla="*/ 977646 h 1136142"/>
                    <a:gd name="csX97" fmla="*/ 6599968 w 6804088"/>
                    <a:gd name="csY97" fmla="*/ 1036034 h 1136142"/>
                    <a:gd name="csX98" fmla="*/ 6667977 w 6804088"/>
                    <a:gd name="csY98" fmla="*/ 1042416 h 1136142"/>
                    <a:gd name="csX99" fmla="*/ 6736081 w 6804088"/>
                    <a:gd name="csY99" fmla="*/ 1085945 h 1136142"/>
                    <a:gd name="csX100" fmla="*/ 6804089 w 6804088"/>
                    <a:gd name="csY100" fmla="*/ 1047083 h 11361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</a:cxnLst>
                  <a:rect l="l" t="t" r="r" b="b"/>
                  <a:pathLst>
                    <a:path w="6804088" h="1136142">
                      <a:moveTo>
                        <a:pt x="0" y="1086517"/>
                      </a:moveTo>
                      <a:lnTo>
                        <a:pt x="68104" y="1108329"/>
                      </a:lnTo>
                      <a:lnTo>
                        <a:pt x="136112" y="1102995"/>
                      </a:lnTo>
                      <a:lnTo>
                        <a:pt x="204121" y="1118426"/>
                      </a:lnTo>
                      <a:lnTo>
                        <a:pt x="272225" y="1115759"/>
                      </a:lnTo>
                      <a:lnTo>
                        <a:pt x="340233" y="1126331"/>
                      </a:lnTo>
                      <a:lnTo>
                        <a:pt x="408242" y="1126141"/>
                      </a:lnTo>
                      <a:lnTo>
                        <a:pt x="476345" y="1130046"/>
                      </a:lnTo>
                      <a:lnTo>
                        <a:pt x="544354" y="1123474"/>
                      </a:lnTo>
                      <a:lnTo>
                        <a:pt x="612362" y="1116616"/>
                      </a:lnTo>
                      <a:lnTo>
                        <a:pt x="680466" y="1102424"/>
                      </a:lnTo>
                      <a:lnTo>
                        <a:pt x="748475" y="1103376"/>
                      </a:lnTo>
                      <a:lnTo>
                        <a:pt x="816483" y="1089089"/>
                      </a:lnTo>
                      <a:lnTo>
                        <a:pt x="884587" y="1110234"/>
                      </a:lnTo>
                      <a:lnTo>
                        <a:pt x="952595" y="1125093"/>
                      </a:lnTo>
                      <a:lnTo>
                        <a:pt x="1020604" y="1134428"/>
                      </a:lnTo>
                      <a:lnTo>
                        <a:pt x="1088708" y="1136142"/>
                      </a:lnTo>
                      <a:lnTo>
                        <a:pt x="1156716" y="1134523"/>
                      </a:lnTo>
                      <a:lnTo>
                        <a:pt x="1224725" y="1129094"/>
                      </a:lnTo>
                      <a:lnTo>
                        <a:pt x="1292828" y="1128808"/>
                      </a:lnTo>
                      <a:lnTo>
                        <a:pt x="1360837" y="1091470"/>
                      </a:lnTo>
                      <a:lnTo>
                        <a:pt x="1428845" y="709708"/>
                      </a:lnTo>
                      <a:lnTo>
                        <a:pt x="1496949" y="254889"/>
                      </a:lnTo>
                      <a:lnTo>
                        <a:pt x="1564958" y="0"/>
                      </a:lnTo>
                      <a:lnTo>
                        <a:pt x="1633061" y="135160"/>
                      </a:lnTo>
                      <a:lnTo>
                        <a:pt x="1701070" y="594360"/>
                      </a:lnTo>
                      <a:lnTo>
                        <a:pt x="1769078" y="818198"/>
                      </a:lnTo>
                      <a:lnTo>
                        <a:pt x="1837182" y="976217"/>
                      </a:lnTo>
                      <a:lnTo>
                        <a:pt x="1905191" y="812673"/>
                      </a:lnTo>
                      <a:lnTo>
                        <a:pt x="1973199" y="784098"/>
                      </a:lnTo>
                      <a:lnTo>
                        <a:pt x="2041303" y="776002"/>
                      </a:lnTo>
                      <a:lnTo>
                        <a:pt x="2109311" y="953167"/>
                      </a:lnTo>
                      <a:lnTo>
                        <a:pt x="2177320" y="953548"/>
                      </a:lnTo>
                      <a:lnTo>
                        <a:pt x="2245424" y="992505"/>
                      </a:lnTo>
                      <a:lnTo>
                        <a:pt x="2313432" y="1031557"/>
                      </a:lnTo>
                      <a:lnTo>
                        <a:pt x="2381441" y="1048798"/>
                      </a:lnTo>
                      <a:lnTo>
                        <a:pt x="2449544" y="904875"/>
                      </a:lnTo>
                      <a:lnTo>
                        <a:pt x="2517553" y="910399"/>
                      </a:lnTo>
                      <a:lnTo>
                        <a:pt x="2585561" y="932307"/>
                      </a:lnTo>
                      <a:lnTo>
                        <a:pt x="2653665" y="1056037"/>
                      </a:lnTo>
                      <a:lnTo>
                        <a:pt x="2721674" y="1026700"/>
                      </a:lnTo>
                      <a:lnTo>
                        <a:pt x="2789682" y="1021270"/>
                      </a:lnTo>
                      <a:lnTo>
                        <a:pt x="2857786" y="894683"/>
                      </a:lnTo>
                      <a:lnTo>
                        <a:pt x="2925794" y="938879"/>
                      </a:lnTo>
                      <a:lnTo>
                        <a:pt x="2993803" y="950500"/>
                      </a:lnTo>
                      <a:lnTo>
                        <a:pt x="3061907" y="1044131"/>
                      </a:lnTo>
                      <a:lnTo>
                        <a:pt x="3129915" y="990981"/>
                      </a:lnTo>
                      <a:lnTo>
                        <a:pt x="3197924" y="1011650"/>
                      </a:lnTo>
                      <a:lnTo>
                        <a:pt x="3266027" y="1035082"/>
                      </a:lnTo>
                      <a:lnTo>
                        <a:pt x="3334036" y="1071848"/>
                      </a:lnTo>
                      <a:lnTo>
                        <a:pt x="3402044" y="1035844"/>
                      </a:lnTo>
                      <a:lnTo>
                        <a:pt x="3470148" y="1017270"/>
                      </a:lnTo>
                      <a:lnTo>
                        <a:pt x="3538157" y="958310"/>
                      </a:lnTo>
                      <a:lnTo>
                        <a:pt x="3606165" y="1006507"/>
                      </a:lnTo>
                      <a:lnTo>
                        <a:pt x="3674269" y="1027176"/>
                      </a:lnTo>
                      <a:lnTo>
                        <a:pt x="3742277" y="1083945"/>
                      </a:lnTo>
                      <a:lnTo>
                        <a:pt x="3810286" y="1076801"/>
                      </a:lnTo>
                      <a:lnTo>
                        <a:pt x="3878390" y="1078802"/>
                      </a:lnTo>
                      <a:lnTo>
                        <a:pt x="3946398" y="1025366"/>
                      </a:lnTo>
                      <a:lnTo>
                        <a:pt x="4014407" y="1009745"/>
                      </a:lnTo>
                      <a:lnTo>
                        <a:pt x="4082510" y="932783"/>
                      </a:lnTo>
                      <a:lnTo>
                        <a:pt x="4150519" y="949738"/>
                      </a:lnTo>
                      <a:lnTo>
                        <a:pt x="4218527" y="956024"/>
                      </a:lnTo>
                      <a:lnTo>
                        <a:pt x="4286631" y="1034701"/>
                      </a:lnTo>
                      <a:lnTo>
                        <a:pt x="4354640" y="992124"/>
                      </a:lnTo>
                      <a:lnTo>
                        <a:pt x="4422648" y="1017556"/>
                      </a:lnTo>
                      <a:lnTo>
                        <a:pt x="4490752" y="1017841"/>
                      </a:lnTo>
                      <a:lnTo>
                        <a:pt x="4558761" y="1086136"/>
                      </a:lnTo>
                      <a:lnTo>
                        <a:pt x="4626769" y="1064800"/>
                      </a:lnTo>
                      <a:lnTo>
                        <a:pt x="4694873" y="1067181"/>
                      </a:lnTo>
                      <a:lnTo>
                        <a:pt x="4762881" y="986028"/>
                      </a:lnTo>
                      <a:lnTo>
                        <a:pt x="4830890" y="1030700"/>
                      </a:lnTo>
                      <a:lnTo>
                        <a:pt x="4898994" y="1024890"/>
                      </a:lnTo>
                      <a:lnTo>
                        <a:pt x="4967002" y="1080230"/>
                      </a:lnTo>
                      <a:lnTo>
                        <a:pt x="5035011" y="1083374"/>
                      </a:lnTo>
                      <a:lnTo>
                        <a:pt x="5103114" y="1082897"/>
                      </a:lnTo>
                      <a:lnTo>
                        <a:pt x="5171123" y="1003935"/>
                      </a:lnTo>
                      <a:lnTo>
                        <a:pt x="5239131" y="1010698"/>
                      </a:lnTo>
                      <a:lnTo>
                        <a:pt x="5307235" y="1030891"/>
                      </a:lnTo>
                      <a:lnTo>
                        <a:pt x="5375244" y="1111568"/>
                      </a:lnTo>
                      <a:lnTo>
                        <a:pt x="5443252" y="1100900"/>
                      </a:lnTo>
                      <a:lnTo>
                        <a:pt x="5511356" y="1096232"/>
                      </a:lnTo>
                      <a:lnTo>
                        <a:pt x="5579364" y="1085660"/>
                      </a:lnTo>
                      <a:lnTo>
                        <a:pt x="5647373" y="1106519"/>
                      </a:lnTo>
                      <a:lnTo>
                        <a:pt x="5715477" y="1111663"/>
                      </a:lnTo>
                      <a:lnTo>
                        <a:pt x="5783485" y="1108996"/>
                      </a:lnTo>
                      <a:lnTo>
                        <a:pt x="5851494" y="1078040"/>
                      </a:lnTo>
                      <a:lnTo>
                        <a:pt x="5919597" y="1068419"/>
                      </a:lnTo>
                      <a:lnTo>
                        <a:pt x="5987606" y="1054418"/>
                      </a:lnTo>
                      <a:lnTo>
                        <a:pt x="6055614" y="1095470"/>
                      </a:lnTo>
                      <a:lnTo>
                        <a:pt x="6123718" y="1098899"/>
                      </a:lnTo>
                      <a:lnTo>
                        <a:pt x="6191727" y="1087755"/>
                      </a:lnTo>
                      <a:lnTo>
                        <a:pt x="6259735" y="1050512"/>
                      </a:lnTo>
                      <a:lnTo>
                        <a:pt x="6327839" y="1044416"/>
                      </a:lnTo>
                      <a:lnTo>
                        <a:pt x="6395847" y="1005173"/>
                      </a:lnTo>
                      <a:lnTo>
                        <a:pt x="6463856" y="1012984"/>
                      </a:lnTo>
                      <a:lnTo>
                        <a:pt x="6531959" y="977646"/>
                      </a:lnTo>
                      <a:lnTo>
                        <a:pt x="6599968" y="1036034"/>
                      </a:lnTo>
                      <a:lnTo>
                        <a:pt x="6667977" y="1042416"/>
                      </a:lnTo>
                      <a:lnTo>
                        <a:pt x="6736081" y="1085945"/>
                      </a:lnTo>
                      <a:lnTo>
                        <a:pt x="6804089" y="1047083"/>
                      </a:lnTo>
                    </a:path>
                  </a:pathLst>
                </a:custGeom>
                <a:noFill/>
                <a:ln w="11430" cap="rnd">
                  <a:solidFill>
                    <a:srgbClr val="4DBBD5"/>
                  </a:solidFill>
                  <a:prstDash val="solid"/>
                  <a:round/>
                </a:ln>
              </p:spPr>
            </p:sp>
            <p:sp>
              <p:nvSpPr>
                <p:cNvPr id="1248" name="任意多边形: 形状 1247">
                  <a:extLst>
                    <a:ext uri="{FF2B5EF4-FFF2-40B4-BE49-F238E27FC236}">
                      <a16:creationId xmlns:a16="http://schemas.microsoft.com/office/drawing/2014/main" id="{BB08DBA0-7029-37FD-2C96-4F713095FAE3}"/>
                    </a:ext>
                  </a:extLst>
                </p:cNvPr>
                <p:cNvSpPr/>
                <p:nvPr/>
              </p:nvSpPr>
              <p:spPr>
                <a:xfrm>
                  <a:off x="6051391" y="6568916"/>
                  <a:ext cx="9525" cy="1774317"/>
                </a:xfrm>
                <a:custGeom>
                  <a:avLst/>
                  <a:gdLst>
                    <a:gd name="csX0" fmla="*/ 0 w 9525"/>
                    <a:gd name="csY0" fmla="*/ 1774317 h 1774317"/>
                    <a:gd name="csX1" fmla="*/ 0 w 9525"/>
                    <a:gd name="csY1" fmla="*/ 0 h 17743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" h="1774317">
                      <a:moveTo>
                        <a:pt x="0" y="1774317"/>
                      </a:moveTo>
                      <a:lnTo>
                        <a:pt x="0" y="0"/>
                      </a:lnTo>
                    </a:path>
                  </a:pathLst>
                </a:custGeom>
                <a:ln w="9525" cap="flat">
                  <a:solidFill>
                    <a:srgbClr val="222222"/>
                  </a:solidFill>
                  <a:custDash>
                    <a:ds d="277500" sp="120000"/>
                  </a:custDash>
                  <a:round/>
                </a:ln>
              </p:spPr>
            </p:sp>
            <p:sp>
              <p:nvSpPr>
                <p:cNvPr id="1249" name="任意多边形: 形状 1248">
                  <a:extLst>
                    <a:ext uri="{FF2B5EF4-FFF2-40B4-BE49-F238E27FC236}">
                      <a16:creationId xmlns:a16="http://schemas.microsoft.com/office/drawing/2014/main" id="{3AE4C0BC-2EDF-600D-3C2F-D04020BAEC35}"/>
                    </a:ext>
                  </a:extLst>
                </p:cNvPr>
                <p:cNvSpPr/>
                <p:nvPr/>
              </p:nvSpPr>
              <p:spPr>
                <a:xfrm>
                  <a:off x="3601942" y="6568916"/>
                  <a:ext cx="9525" cy="1774317"/>
                </a:xfrm>
                <a:custGeom>
                  <a:avLst/>
                  <a:gdLst>
                    <a:gd name="csX0" fmla="*/ 0 w 9525"/>
                    <a:gd name="csY0" fmla="*/ 1774317 h 1774317"/>
                    <a:gd name="csX1" fmla="*/ 0 w 9525"/>
                    <a:gd name="csY1" fmla="*/ 0 h 17743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" h="1774317">
                      <a:moveTo>
                        <a:pt x="0" y="1774317"/>
                      </a:moveTo>
                      <a:lnTo>
                        <a:pt x="0" y="0"/>
                      </a:lnTo>
                    </a:path>
                  </a:pathLst>
                </a:custGeom>
                <a:ln w="7620" cap="sq">
                  <a:solidFill>
                    <a:srgbClr val="000000"/>
                  </a:solidFill>
                  <a:prstDash val="solid"/>
                  <a:miter/>
                </a:ln>
              </p:spPr>
            </p:sp>
            <p:sp>
              <p:nvSpPr>
                <p:cNvPr id="1250" name="任意多边形: 形状 1249">
                  <a:extLst>
                    <a:ext uri="{FF2B5EF4-FFF2-40B4-BE49-F238E27FC236}">
                      <a16:creationId xmlns:a16="http://schemas.microsoft.com/office/drawing/2014/main" id="{47D8EEF7-A27C-35CD-B504-E926C442802F}"/>
                    </a:ext>
                  </a:extLst>
                </p:cNvPr>
                <p:cNvSpPr/>
                <p:nvPr/>
              </p:nvSpPr>
              <p:spPr>
                <a:xfrm>
                  <a:off x="11086401" y="6568916"/>
                  <a:ext cx="9525" cy="1774317"/>
                </a:xfrm>
                <a:custGeom>
                  <a:avLst/>
                  <a:gdLst>
                    <a:gd name="csX0" fmla="*/ 0 w 9525"/>
                    <a:gd name="csY0" fmla="*/ 1774317 h 1774317"/>
                    <a:gd name="csX1" fmla="*/ 0 w 9525"/>
                    <a:gd name="csY1" fmla="*/ 0 h 17743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" h="1774317">
                      <a:moveTo>
                        <a:pt x="0" y="1774317"/>
                      </a:moveTo>
                      <a:lnTo>
                        <a:pt x="0" y="0"/>
                      </a:lnTo>
                    </a:path>
                  </a:pathLst>
                </a:custGeom>
                <a:ln w="7620" cap="sq">
                  <a:solidFill>
                    <a:srgbClr val="000000"/>
                  </a:solidFill>
                  <a:prstDash val="solid"/>
                  <a:miter/>
                </a:ln>
              </p:spPr>
            </p:sp>
            <p:sp>
              <p:nvSpPr>
                <p:cNvPr id="1251" name="任意多边形: 形状 1250">
                  <a:extLst>
                    <a:ext uri="{FF2B5EF4-FFF2-40B4-BE49-F238E27FC236}">
                      <a16:creationId xmlns:a16="http://schemas.microsoft.com/office/drawing/2014/main" id="{2C6E8AB3-3325-834C-1403-1F77EC4FD73B}"/>
                    </a:ext>
                  </a:extLst>
                </p:cNvPr>
                <p:cNvSpPr/>
                <p:nvPr/>
              </p:nvSpPr>
              <p:spPr>
                <a:xfrm>
                  <a:off x="3601942" y="8343233"/>
                  <a:ext cx="7484459" cy="9525"/>
                </a:xfrm>
                <a:custGeom>
                  <a:avLst/>
                  <a:gdLst>
                    <a:gd name="csX0" fmla="*/ 0 w 7484459"/>
                    <a:gd name="csY0" fmla="*/ 0 h 9525"/>
                    <a:gd name="csX1" fmla="*/ 7484460 w 7484459"/>
                    <a:gd name="csY1" fmla="*/ 0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484459" h="9525">
                      <a:moveTo>
                        <a:pt x="0" y="0"/>
                      </a:moveTo>
                      <a:lnTo>
                        <a:pt x="7484460" y="0"/>
                      </a:lnTo>
                    </a:path>
                  </a:pathLst>
                </a:custGeom>
                <a:ln w="7620" cap="sq">
                  <a:solidFill>
                    <a:srgbClr val="000000"/>
                  </a:solidFill>
                  <a:prstDash val="solid"/>
                  <a:miter/>
                </a:ln>
              </p:spPr>
            </p:sp>
            <p:sp>
              <p:nvSpPr>
                <p:cNvPr id="1252" name="任意多边形: 形状 1251">
                  <a:extLst>
                    <a:ext uri="{FF2B5EF4-FFF2-40B4-BE49-F238E27FC236}">
                      <a16:creationId xmlns:a16="http://schemas.microsoft.com/office/drawing/2014/main" id="{2086F236-376B-070B-493F-247989FF6320}"/>
                    </a:ext>
                  </a:extLst>
                </p:cNvPr>
                <p:cNvSpPr/>
                <p:nvPr/>
              </p:nvSpPr>
              <p:spPr>
                <a:xfrm>
                  <a:off x="3601942" y="6568916"/>
                  <a:ext cx="7484459" cy="9525"/>
                </a:xfrm>
                <a:custGeom>
                  <a:avLst/>
                  <a:gdLst>
                    <a:gd name="csX0" fmla="*/ 0 w 7484459"/>
                    <a:gd name="csY0" fmla="*/ 0 h 9525"/>
                    <a:gd name="csX1" fmla="*/ 7484460 w 7484459"/>
                    <a:gd name="csY1" fmla="*/ 0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7484459" h="9525">
                      <a:moveTo>
                        <a:pt x="0" y="0"/>
                      </a:moveTo>
                      <a:lnTo>
                        <a:pt x="7484460" y="0"/>
                      </a:lnTo>
                    </a:path>
                  </a:pathLst>
                </a:custGeom>
                <a:ln w="7620" cap="sq">
                  <a:solidFill>
                    <a:srgbClr val="000000"/>
                  </a:solidFill>
                  <a:prstDash val="solid"/>
                  <a:miter/>
                </a:ln>
              </p:spPr>
            </p:sp>
          </p:grpSp>
          <p:grpSp>
            <p:nvGrpSpPr>
              <p:cNvPr id="1253" name="组合 1252">
                <a:extLst>
                  <a:ext uri="{FF2B5EF4-FFF2-40B4-BE49-F238E27FC236}">
                    <a16:creationId xmlns:a16="http://schemas.microsoft.com/office/drawing/2014/main" id="{CE874BC7-976C-11D5-DA9E-572CAF4043C9}"/>
                  </a:ext>
                </a:extLst>
              </p:cNvPr>
              <p:cNvGrpSpPr/>
              <p:nvPr/>
            </p:nvGrpSpPr>
            <p:grpSpPr>
              <a:xfrm>
                <a:off x="11804524" y="11811008"/>
                <a:ext cx="1536836" cy="951752"/>
                <a:chOff x="10257059" y="4677870"/>
                <a:chExt cx="1953196" cy="1175766"/>
              </a:xfrm>
            </p:grpSpPr>
            <p:grpSp>
              <p:nvGrpSpPr>
                <p:cNvPr id="1254" name="图形 94">
                  <a:extLst>
                    <a:ext uri="{FF2B5EF4-FFF2-40B4-BE49-F238E27FC236}">
                      <a16:creationId xmlns:a16="http://schemas.microsoft.com/office/drawing/2014/main" id="{C782BA79-D22A-9571-BCDD-2661BC6B456B}"/>
                    </a:ext>
                  </a:extLst>
                </p:cNvPr>
                <p:cNvGrpSpPr/>
                <p:nvPr/>
              </p:nvGrpSpPr>
              <p:grpSpPr>
                <a:xfrm>
                  <a:off x="10257059" y="4677870"/>
                  <a:ext cx="1953196" cy="1175766"/>
                  <a:chOff x="9037859" y="6664166"/>
                  <a:chExt cx="1953196" cy="1175766"/>
                </a:xfrm>
              </p:grpSpPr>
              <p:sp>
                <p:nvSpPr>
                  <p:cNvPr id="1298" name="任意多边形: 形状 1297">
                    <a:extLst>
                      <a:ext uri="{FF2B5EF4-FFF2-40B4-BE49-F238E27FC236}">
                        <a16:creationId xmlns:a16="http://schemas.microsoft.com/office/drawing/2014/main" id="{AD345257-8A79-2714-0B95-B28DC3F88F39}"/>
                      </a:ext>
                    </a:extLst>
                  </p:cNvPr>
                  <p:cNvSpPr/>
                  <p:nvPr/>
                </p:nvSpPr>
                <p:spPr>
                  <a:xfrm>
                    <a:off x="9037859" y="6664166"/>
                    <a:ext cx="1953196" cy="1175766"/>
                  </a:xfrm>
                  <a:custGeom>
                    <a:avLst/>
                    <a:gdLst>
                      <a:gd name="csX0" fmla="*/ 1915097 w 1953196"/>
                      <a:gd name="csY0" fmla="*/ 0 h 1175766"/>
                      <a:gd name="csX1" fmla="*/ 1953197 w 1953196"/>
                      <a:gd name="csY1" fmla="*/ 38100 h 1175766"/>
                      <a:gd name="csX2" fmla="*/ 1953197 w 1953196"/>
                      <a:gd name="csY2" fmla="*/ 1137666 h 1175766"/>
                      <a:gd name="csX3" fmla="*/ 1915097 w 1953196"/>
                      <a:gd name="csY3" fmla="*/ 1175766 h 1175766"/>
                      <a:gd name="csX4" fmla="*/ 38100 w 1953196"/>
                      <a:gd name="csY4" fmla="*/ 1175766 h 1175766"/>
                      <a:gd name="csX5" fmla="*/ 0 w 1953196"/>
                      <a:gd name="csY5" fmla="*/ 1137666 h 1175766"/>
                      <a:gd name="csX6" fmla="*/ 0 w 1953196"/>
                      <a:gd name="csY6" fmla="*/ 38100 h 1175766"/>
                      <a:gd name="csX7" fmla="*/ 38100 w 1953196"/>
                      <a:gd name="csY7" fmla="*/ 0 h 117576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1953196" h="1175766">
                        <a:moveTo>
                          <a:pt x="1915097" y="0"/>
                        </a:moveTo>
                        <a:cubicBezTo>
                          <a:pt x="1936139" y="0"/>
                          <a:pt x="1953197" y="17058"/>
                          <a:pt x="1953197" y="38100"/>
                        </a:cubicBezTo>
                        <a:lnTo>
                          <a:pt x="1953197" y="1137666"/>
                        </a:lnTo>
                        <a:cubicBezTo>
                          <a:pt x="1953197" y="1158708"/>
                          <a:pt x="1936139" y="1175766"/>
                          <a:pt x="1915097" y="1175766"/>
                        </a:cubicBezTo>
                        <a:lnTo>
                          <a:pt x="38100" y="1175766"/>
                        </a:lnTo>
                        <a:cubicBezTo>
                          <a:pt x="17058" y="1175766"/>
                          <a:pt x="0" y="1158708"/>
                          <a:pt x="0" y="1137666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80000"/>
                    </a:srgbClr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299" name="任意多边形: 形状 1298">
                    <a:extLst>
                      <a:ext uri="{FF2B5EF4-FFF2-40B4-BE49-F238E27FC236}">
                        <a16:creationId xmlns:a16="http://schemas.microsoft.com/office/drawing/2014/main" id="{567B3B50-E100-EF42-491E-B86BFA5642A1}"/>
                      </a:ext>
                    </a:extLst>
                  </p:cNvPr>
                  <p:cNvSpPr/>
                  <p:nvPr/>
                </p:nvSpPr>
                <p:spPr>
                  <a:xfrm>
                    <a:off x="9037859" y="6664166"/>
                    <a:ext cx="1953196" cy="1175766"/>
                  </a:xfrm>
                  <a:custGeom>
                    <a:avLst/>
                    <a:gdLst>
                      <a:gd name="csX0" fmla="*/ 1915097 w 1953196"/>
                      <a:gd name="csY0" fmla="*/ 0 h 1175766"/>
                      <a:gd name="csX1" fmla="*/ 1953197 w 1953196"/>
                      <a:gd name="csY1" fmla="*/ 38100 h 1175766"/>
                      <a:gd name="csX2" fmla="*/ 1953197 w 1953196"/>
                      <a:gd name="csY2" fmla="*/ 1137666 h 1175766"/>
                      <a:gd name="csX3" fmla="*/ 1915097 w 1953196"/>
                      <a:gd name="csY3" fmla="*/ 1175766 h 1175766"/>
                      <a:gd name="csX4" fmla="*/ 38100 w 1953196"/>
                      <a:gd name="csY4" fmla="*/ 1175766 h 1175766"/>
                      <a:gd name="csX5" fmla="*/ 0 w 1953196"/>
                      <a:gd name="csY5" fmla="*/ 1137666 h 1175766"/>
                      <a:gd name="csX6" fmla="*/ 0 w 1953196"/>
                      <a:gd name="csY6" fmla="*/ 38100 h 1175766"/>
                      <a:gd name="csX7" fmla="*/ 38100 w 1953196"/>
                      <a:gd name="csY7" fmla="*/ 0 h 117576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1953196" h="1175766">
                        <a:moveTo>
                          <a:pt x="1915097" y="0"/>
                        </a:moveTo>
                        <a:cubicBezTo>
                          <a:pt x="1936139" y="0"/>
                          <a:pt x="1953197" y="17058"/>
                          <a:pt x="1953197" y="38100"/>
                        </a:cubicBezTo>
                        <a:lnTo>
                          <a:pt x="1953197" y="1137666"/>
                        </a:lnTo>
                        <a:cubicBezTo>
                          <a:pt x="1953197" y="1158708"/>
                          <a:pt x="1936139" y="1175766"/>
                          <a:pt x="1915097" y="1175766"/>
                        </a:cubicBezTo>
                        <a:lnTo>
                          <a:pt x="38100" y="1175766"/>
                        </a:lnTo>
                        <a:cubicBezTo>
                          <a:pt x="17058" y="1175766"/>
                          <a:pt x="0" y="1158708"/>
                          <a:pt x="0" y="1137666"/>
                        </a:cubicBez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close/>
                      </a:path>
                    </a:pathLst>
                  </a:custGeom>
                  <a:noFill/>
                  <a:ln w="9525" cap="flat">
                    <a:solidFill>
                      <a:srgbClr val="CCCCCC">
                        <a:alpha val="80000"/>
                      </a:srgbClr>
                    </a:solidFill>
                    <a:prstDash val="solid"/>
                    <a:miter/>
                  </a:ln>
                </p:spPr>
              </p:sp>
            </p:grpSp>
            <p:sp>
              <p:nvSpPr>
                <p:cNvPr id="1255" name="任意多边形: 形状 1254">
                  <a:extLst>
                    <a:ext uri="{FF2B5EF4-FFF2-40B4-BE49-F238E27FC236}">
                      <a16:creationId xmlns:a16="http://schemas.microsoft.com/office/drawing/2014/main" id="{B9D1EAAC-5635-40F7-BF01-2AAB58F16282}"/>
                    </a:ext>
                  </a:extLst>
                </p:cNvPr>
                <p:cNvSpPr/>
                <p:nvPr/>
              </p:nvSpPr>
              <p:spPr>
                <a:xfrm>
                  <a:off x="10333259" y="4832175"/>
                  <a:ext cx="381000" cy="9525"/>
                </a:xfrm>
                <a:custGeom>
                  <a:avLst/>
                  <a:gdLst>
                    <a:gd name="csX0" fmla="*/ 0 w 381000"/>
                    <a:gd name="csY0" fmla="*/ 0 h 9525"/>
                    <a:gd name="csX1" fmla="*/ 190500 w 381000"/>
                    <a:gd name="csY1" fmla="*/ 0 h 9525"/>
                    <a:gd name="csX2" fmla="*/ 381000 w 381000"/>
                    <a:gd name="csY2" fmla="*/ 0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81000" h="9525">
                      <a:moveTo>
                        <a:pt x="0" y="0"/>
                      </a:moveTo>
                      <a:lnTo>
                        <a:pt x="190500" y="0"/>
                      </a:lnTo>
                      <a:lnTo>
                        <a:pt x="381000" y="0"/>
                      </a:lnTo>
                    </a:path>
                  </a:pathLst>
                </a:custGeom>
                <a:noFill/>
                <a:ln w="11430" cap="rnd">
                  <a:solidFill>
                    <a:srgbClr val="E64B35"/>
                  </a:solidFill>
                  <a:prstDash val="solid"/>
                  <a:round/>
                </a:ln>
              </p:spPr>
            </p:sp>
            <p:sp>
              <p:nvSpPr>
                <p:cNvPr id="1256" name="任意多边形: 形状 1255">
                  <a:extLst>
                    <a:ext uri="{FF2B5EF4-FFF2-40B4-BE49-F238E27FC236}">
                      <a16:creationId xmlns:a16="http://schemas.microsoft.com/office/drawing/2014/main" id="{4B5D5805-13F6-C97D-1129-CE9FD1D79336}"/>
                    </a:ext>
                  </a:extLst>
                </p:cNvPr>
                <p:cNvSpPr/>
                <p:nvPr/>
              </p:nvSpPr>
              <p:spPr>
                <a:xfrm>
                  <a:off x="10883995" y="4792169"/>
                  <a:ext cx="60959" cy="106679"/>
                </a:xfrm>
                <a:custGeom>
                  <a:avLst/>
                  <a:gdLst>
                    <a:gd name="csX0" fmla="*/ 60960 w 60959"/>
                    <a:gd name="csY0" fmla="*/ 18479 h 106679"/>
                    <a:gd name="csX1" fmla="*/ 54673 w 60959"/>
                    <a:gd name="csY1" fmla="*/ 16002 h 106679"/>
                    <a:gd name="csX2" fmla="*/ 47244 w 60959"/>
                    <a:gd name="csY2" fmla="*/ 15240 h 106679"/>
                    <a:gd name="csX3" fmla="*/ 24955 w 60959"/>
                    <a:gd name="csY3" fmla="*/ 24765 h 106679"/>
                    <a:gd name="csX4" fmla="*/ 17145 w 60959"/>
                    <a:gd name="csY4" fmla="*/ 51816 h 106679"/>
                    <a:gd name="csX5" fmla="*/ 17145 w 60959"/>
                    <a:gd name="csY5" fmla="*/ 106680 h 106679"/>
                    <a:gd name="csX6" fmla="*/ 0 w 60959"/>
                    <a:gd name="csY6" fmla="*/ 106680 h 106679"/>
                    <a:gd name="csX7" fmla="*/ 0 w 60959"/>
                    <a:gd name="csY7" fmla="*/ 2477 h 106679"/>
                    <a:gd name="csX8" fmla="*/ 17145 w 60959"/>
                    <a:gd name="csY8" fmla="*/ 2477 h 106679"/>
                    <a:gd name="csX9" fmla="*/ 17145 w 60959"/>
                    <a:gd name="csY9" fmla="*/ 18669 h 106679"/>
                    <a:gd name="csX10" fmla="*/ 31052 w 60959"/>
                    <a:gd name="csY10" fmla="*/ 4572 h 106679"/>
                    <a:gd name="csX11" fmla="*/ 52197 w 60959"/>
                    <a:gd name="csY11" fmla="*/ 0 h 106679"/>
                    <a:gd name="csX12" fmla="*/ 56197 w 60959"/>
                    <a:gd name="csY12" fmla="*/ 191 h 106679"/>
                    <a:gd name="csX13" fmla="*/ 60960 w 60959"/>
                    <a:gd name="csY13" fmla="*/ 953 h 106679"/>
                    <a:gd name="csX14" fmla="*/ 60960 w 60959"/>
                    <a:gd name="csY14" fmla="*/ 18479 h 1066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60959" h="106679">
                      <a:moveTo>
                        <a:pt x="60960" y="18479"/>
                      </a:moveTo>
                      <a:cubicBezTo>
                        <a:pt x="59055" y="17335"/>
                        <a:pt x="56959" y="16573"/>
                        <a:pt x="54673" y="16002"/>
                      </a:cubicBezTo>
                      <a:cubicBezTo>
                        <a:pt x="52388" y="15621"/>
                        <a:pt x="49911" y="15240"/>
                        <a:pt x="47244" y="15240"/>
                      </a:cubicBezTo>
                      <a:cubicBezTo>
                        <a:pt x="37529" y="15240"/>
                        <a:pt x="30099" y="18479"/>
                        <a:pt x="24955" y="24765"/>
                      </a:cubicBezTo>
                      <a:cubicBezTo>
                        <a:pt x="19621" y="31052"/>
                        <a:pt x="17145" y="40005"/>
                        <a:pt x="17145" y="51816"/>
                      </a:cubicBezTo>
                      <a:lnTo>
                        <a:pt x="17145" y="106680"/>
                      </a:lnTo>
                      <a:lnTo>
                        <a:pt x="0" y="106680"/>
                      </a:lnTo>
                      <a:lnTo>
                        <a:pt x="0" y="2477"/>
                      </a:lnTo>
                      <a:lnTo>
                        <a:pt x="17145" y="2477"/>
                      </a:lnTo>
                      <a:lnTo>
                        <a:pt x="17145" y="18669"/>
                      </a:lnTo>
                      <a:cubicBezTo>
                        <a:pt x="20574" y="12383"/>
                        <a:pt x="25336" y="7620"/>
                        <a:pt x="31052" y="4572"/>
                      </a:cubicBezTo>
                      <a:cubicBezTo>
                        <a:pt x="36766" y="1524"/>
                        <a:pt x="43815" y="0"/>
                        <a:pt x="52197" y="0"/>
                      </a:cubicBezTo>
                      <a:cubicBezTo>
                        <a:pt x="53340" y="0"/>
                        <a:pt x="54673" y="191"/>
                        <a:pt x="56197" y="191"/>
                      </a:cubicBezTo>
                      <a:cubicBezTo>
                        <a:pt x="57531" y="381"/>
                        <a:pt x="59055" y="571"/>
                        <a:pt x="60960" y="953"/>
                      </a:cubicBezTo>
                      <a:lnTo>
                        <a:pt x="60960" y="1847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57" name="任意多边形: 形状 1256">
                  <a:extLst>
                    <a:ext uri="{FF2B5EF4-FFF2-40B4-BE49-F238E27FC236}">
                      <a16:creationId xmlns:a16="http://schemas.microsoft.com/office/drawing/2014/main" id="{AF3061F4-D653-35D4-8D7B-CD6B88FE3CC1}"/>
                    </a:ext>
                  </a:extLst>
                </p:cNvPr>
                <p:cNvSpPr/>
                <p:nvPr/>
              </p:nvSpPr>
              <p:spPr>
                <a:xfrm>
                  <a:off x="10951336" y="4792169"/>
                  <a:ext cx="96583" cy="109156"/>
                </a:xfrm>
                <a:custGeom>
                  <a:avLst/>
                  <a:gdLst>
                    <a:gd name="csX0" fmla="*/ 79438 w 96583"/>
                    <a:gd name="csY0" fmla="*/ 45339 h 109156"/>
                    <a:gd name="csX1" fmla="*/ 71628 w 96583"/>
                    <a:gd name="csY1" fmla="*/ 22860 h 109156"/>
                    <a:gd name="csX2" fmla="*/ 51245 w 96583"/>
                    <a:gd name="csY2" fmla="*/ 14478 h 109156"/>
                    <a:gd name="csX3" fmla="*/ 28384 w 96583"/>
                    <a:gd name="csY3" fmla="*/ 22670 h 109156"/>
                    <a:gd name="csX4" fmla="*/ 18479 w 96583"/>
                    <a:gd name="csY4" fmla="*/ 45339 h 109156"/>
                    <a:gd name="csX5" fmla="*/ 79438 w 96583"/>
                    <a:gd name="csY5" fmla="*/ 45339 h 109156"/>
                    <a:gd name="csX6" fmla="*/ 96583 w 96583"/>
                    <a:gd name="csY6" fmla="*/ 50292 h 109156"/>
                    <a:gd name="csX7" fmla="*/ 96583 w 96583"/>
                    <a:gd name="csY7" fmla="*/ 58674 h 109156"/>
                    <a:gd name="csX8" fmla="*/ 17907 w 96583"/>
                    <a:gd name="csY8" fmla="*/ 58674 h 109156"/>
                    <a:gd name="csX9" fmla="*/ 28575 w 96583"/>
                    <a:gd name="csY9" fmla="*/ 85725 h 109156"/>
                    <a:gd name="csX10" fmla="*/ 55054 w 96583"/>
                    <a:gd name="csY10" fmla="*/ 94869 h 109156"/>
                    <a:gd name="csX11" fmla="*/ 74104 w 96583"/>
                    <a:gd name="csY11" fmla="*/ 92583 h 109156"/>
                    <a:gd name="csX12" fmla="*/ 92583 w 96583"/>
                    <a:gd name="csY12" fmla="*/ 85154 h 109156"/>
                    <a:gd name="csX13" fmla="*/ 92583 w 96583"/>
                    <a:gd name="csY13" fmla="*/ 101346 h 109156"/>
                    <a:gd name="csX14" fmla="*/ 73723 w 96583"/>
                    <a:gd name="csY14" fmla="*/ 107252 h 109156"/>
                    <a:gd name="csX15" fmla="*/ 54102 w 96583"/>
                    <a:gd name="csY15" fmla="*/ 109157 h 109156"/>
                    <a:gd name="csX16" fmla="*/ 14478 w 96583"/>
                    <a:gd name="csY16" fmla="*/ 94869 h 109156"/>
                    <a:gd name="csX17" fmla="*/ 0 w 96583"/>
                    <a:gd name="csY17" fmla="*/ 55626 h 109156"/>
                    <a:gd name="csX18" fmla="*/ 13716 w 96583"/>
                    <a:gd name="csY18" fmla="*/ 15049 h 109156"/>
                    <a:gd name="csX19" fmla="*/ 51054 w 96583"/>
                    <a:gd name="csY19" fmla="*/ 0 h 109156"/>
                    <a:gd name="csX20" fmla="*/ 84391 w 96583"/>
                    <a:gd name="csY20" fmla="*/ 13526 h 109156"/>
                    <a:gd name="csX21" fmla="*/ 96583 w 96583"/>
                    <a:gd name="csY21" fmla="*/ 50292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96583" h="109156">
                      <a:moveTo>
                        <a:pt x="79438" y="45339"/>
                      </a:moveTo>
                      <a:cubicBezTo>
                        <a:pt x="79248" y="36005"/>
                        <a:pt x="76581" y="28575"/>
                        <a:pt x="71628" y="22860"/>
                      </a:cubicBezTo>
                      <a:cubicBezTo>
                        <a:pt x="66484" y="17335"/>
                        <a:pt x="59627" y="14478"/>
                        <a:pt x="51245" y="14478"/>
                      </a:cubicBezTo>
                      <a:cubicBezTo>
                        <a:pt x="41720" y="14478"/>
                        <a:pt x="34099" y="17335"/>
                        <a:pt x="28384" y="22670"/>
                      </a:cubicBezTo>
                      <a:cubicBezTo>
                        <a:pt x="22670" y="28004"/>
                        <a:pt x="19240" y="35623"/>
                        <a:pt x="18479" y="45339"/>
                      </a:cubicBezTo>
                      <a:lnTo>
                        <a:pt x="79438" y="45339"/>
                      </a:lnTo>
                      <a:close/>
                      <a:moveTo>
                        <a:pt x="96583" y="50292"/>
                      </a:moveTo>
                      <a:lnTo>
                        <a:pt x="96583" y="58674"/>
                      </a:lnTo>
                      <a:lnTo>
                        <a:pt x="17907" y="58674"/>
                      </a:lnTo>
                      <a:cubicBezTo>
                        <a:pt x="18669" y="70485"/>
                        <a:pt x="22098" y="79629"/>
                        <a:pt x="28575" y="85725"/>
                      </a:cubicBezTo>
                      <a:cubicBezTo>
                        <a:pt x="34861" y="91821"/>
                        <a:pt x="43624" y="94869"/>
                        <a:pt x="55054" y="94869"/>
                      </a:cubicBezTo>
                      <a:cubicBezTo>
                        <a:pt x="61531" y="94869"/>
                        <a:pt x="68008" y="94107"/>
                        <a:pt x="74104" y="92583"/>
                      </a:cubicBezTo>
                      <a:cubicBezTo>
                        <a:pt x="80200" y="91059"/>
                        <a:pt x="86487" y="88583"/>
                        <a:pt x="92583" y="85154"/>
                      </a:cubicBezTo>
                      <a:lnTo>
                        <a:pt x="92583" y="101346"/>
                      </a:lnTo>
                      <a:cubicBezTo>
                        <a:pt x="86487" y="104013"/>
                        <a:pt x="80200" y="106109"/>
                        <a:pt x="73723" y="107252"/>
                      </a:cubicBezTo>
                      <a:cubicBezTo>
                        <a:pt x="67246" y="108394"/>
                        <a:pt x="60579" y="109157"/>
                        <a:pt x="54102" y="109157"/>
                      </a:cubicBezTo>
                      <a:cubicBezTo>
                        <a:pt x="37338" y="109157"/>
                        <a:pt x="24193" y="104394"/>
                        <a:pt x="14478" y="94869"/>
                      </a:cubicBezTo>
                      <a:cubicBezTo>
                        <a:pt x="4763" y="85344"/>
                        <a:pt x="0" y="72200"/>
                        <a:pt x="0" y="55626"/>
                      </a:cubicBezTo>
                      <a:cubicBezTo>
                        <a:pt x="0" y="39053"/>
                        <a:pt x="4572" y="25146"/>
                        <a:pt x="13716" y="15049"/>
                      </a:cubicBezTo>
                      <a:cubicBezTo>
                        <a:pt x="22860" y="5144"/>
                        <a:pt x="35433" y="0"/>
                        <a:pt x="51054" y="0"/>
                      </a:cubicBezTo>
                      <a:cubicBezTo>
                        <a:pt x="65151" y="0"/>
                        <a:pt x="76200" y="4572"/>
                        <a:pt x="84391" y="13526"/>
                      </a:cubicBezTo>
                      <a:cubicBezTo>
                        <a:pt x="92393" y="22670"/>
                        <a:pt x="96583" y="34862"/>
                        <a:pt x="96583" y="5029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58" name="任意多边形: 形状 1257">
                  <a:extLst>
                    <a:ext uri="{FF2B5EF4-FFF2-40B4-BE49-F238E27FC236}">
                      <a16:creationId xmlns:a16="http://schemas.microsoft.com/office/drawing/2014/main" id="{7C363CE6-5F3F-D792-7864-67785C2DBE67}"/>
                    </a:ext>
                  </a:extLst>
                </p:cNvPr>
                <p:cNvSpPr/>
                <p:nvPr/>
              </p:nvSpPr>
              <p:spPr>
                <a:xfrm>
                  <a:off x="11062398" y="4754069"/>
                  <a:ext cx="66294" cy="144779"/>
                </a:xfrm>
                <a:custGeom>
                  <a:avLst/>
                  <a:gdLst>
                    <a:gd name="csX0" fmla="*/ 66294 w 66294"/>
                    <a:gd name="csY0" fmla="*/ 0 h 144779"/>
                    <a:gd name="csX1" fmla="*/ 66294 w 66294"/>
                    <a:gd name="csY1" fmla="*/ 14288 h 144779"/>
                    <a:gd name="csX2" fmla="*/ 49911 w 66294"/>
                    <a:gd name="csY2" fmla="*/ 14288 h 144779"/>
                    <a:gd name="csX3" fmla="*/ 37148 w 66294"/>
                    <a:gd name="csY3" fmla="*/ 18097 h 144779"/>
                    <a:gd name="csX4" fmla="*/ 33528 w 66294"/>
                    <a:gd name="csY4" fmla="*/ 31433 h 144779"/>
                    <a:gd name="csX5" fmla="*/ 33528 w 66294"/>
                    <a:gd name="csY5" fmla="*/ 40577 h 144779"/>
                    <a:gd name="csX6" fmla="*/ 61722 w 66294"/>
                    <a:gd name="csY6" fmla="*/ 40577 h 144779"/>
                    <a:gd name="csX7" fmla="*/ 61722 w 66294"/>
                    <a:gd name="csY7" fmla="*/ 53912 h 144779"/>
                    <a:gd name="csX8" fmla="*/ 33528 w 66294"/>
                    <a:gd name="csY8" fmla="*/ 53912 h 144779"/>
                    <a:gd name="csX9" fmla="*/ 33528 w 66294"/>
                    <a:gd name="csY9" fmla="*/ 144780 h 144779"/>
                    <a:gd name="csX10" fmla="*/ 16383 w 66294"/>
                    <a:gd name="csY10" fmla="*/ 144780 h 144779"/>
                    <a:gd name="csX11" fmla="*/ 16383 w 66294"/>
                    <a:gd name="csY11" fmla="*/ 53912 h 144779"/>
                    <a:gd name="csX12" fmla="*/ 0 w 66294"/>
                    <a:gd name="csY12" fmla="*/ 53912 h 144779"/>
                    <a:gd name="csX13" fmla="*/ 0 w 66294"/>
                    <a:gd name="csY13" fmla="*/ 40577 h 144779"/>
                    <a:gd name="csX14" fmla="*/ 16383 w 66294"/>
                    <a:gd name="csY14" fmla="*/ 40577 h 144779"/>
                    <a:gd name="csX15" fmla="*/ 16383 w 66294"/>
                    <a:gd name="csY15" fmla="*/ 33338 h 144779"/>
                    <a:gd name="csX16" fmla="*/ 24384 w 66294"/>
                    <a:gd name="csY16" fmla="*/ 8001 h 144779"/>
                    <a:gd name="csX17" fmla="*/ 50102 w 66294"/>
                    <a:gd name="csY17" fmla="*/ 0 h 144779"/>
                    <a:gd name="csX18" fmla="*/ 66294 w 66294"/>
                    <a:gd name="csY18" fmla="*/ 0 h 1447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66294" h="144779">
                      <a:moveTo>
                        <a:pt x="66294" y="0"/>
                      </a:moveTo>
                      <a:lnTo>
                        <a:pt x="66294" y="14288"/>
                      </a:lnTo>
                      <a:lnTo>
                        <a:pt x="49911" y="14288"/>
                      </a:lnTo>
                      <a:cubicBezTo>
                        <a:pt x="43815" y="14288"/>
                        <a:pt x="39434" y="15621"/>
                        <a:pt x="37148" y="18097"/>
                      </a:cubicBezTo>
                      <a:cubicBezTo>
                        <a:pt x="34671" y="20574"/>
                        <a:pt x="33528" y="24956"/>
                        <a:pt x="33528" y="31433"/>
                      </a:cubicBezTo>
                      <a:lnTo>
                        <a:pt x="33528" y="40577"/>
                      </a:lnTo>
                      <a:lnTo>
                        <a:pt x="61722" y="40577"/>
                      </a:lnTo>
                      <a:lnTo>
                        <a:pt x="61722" y="53912"/>
                      </a:lnTo>
                      <a:lnTo>
                        <a:pt x="33528" y="53912"/>
                      </a:lnTo>
                      <a:lnTo>
                        <a:pt x="33528" y="144780"/>
                      </a:lnTo>
                      <a:lnTo>
                        <a:pt x="16383" y="144780"/>
                      </a:lnTo>
                      <a:lnTo>
                        <a:pt x="16383" y="53912"/>
                      </a:lnTo>
                      <a:lnTo>
                        <a:pt x="0" y="53912"/>
                      </a:lnTo>
                      <a:lnTo>
                        <a:pt x="0" y="40577"/>
                      </a:lnTo>
                      <a:lnTo>
                        <a:pt x="16383" y="40577"/>
                      </a:lnTo>
                      <a:lnTo>
                        <a:pt x="16383" y="33338"/>
                      </a:lnTo>
                      <a:cubicBezTo>
                        <a:pt x="16383" y="21908"/>
                        <a:pt x="19050" y="13335"/>
                        <a:pt x="24384" y="8001"/>
                      </a:cubicBezTo>
                      <a:cubicBezTo>
                        <a:pt x="29718" y="2667"/>
                        <a:pt x="38291" y="0"/>
                        <a:pt x="50102" y="0"/>
                      </a:cubicBezTo>
                      <a:lnTo>
                        <a:pt x="6629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59" name="任意多边形: 形状 1258">
                  <a:extLst>
                    <a:ext uri="{FF2B5EF4-FFF2-40B4-BE49-F238E27FC236}">
                      <a16:creationId xmlns:a16="http://schemas.microsoft.com/office/drawing/2014/main" id="{B59FEA11-8812-B334-587F-2733CD01552F}"/>
                    </a:ext>
                  </a:extLst>
                </p:cNvPr>
                <p:cNvSpPr/>
                <p:nvPr/>
              </p:nvSpPr>
              <p:spPr>
                <a:xfrm>
                  <a:off x="11135550" y="4792169"/>
                  <a:ext cx="96583" cy="109156"/>
                </a:xfrm>
                <a:custGeom>
                  <a:avLst/>
                  <a:gdLst>
                    <a:gd name="csX0" fmla="*/ 79439 w 96583"/>
                    <a:gd name="csY0" fmla="*/ 45339 h 109156"/>
                    <a:gd name="csX1" fmla="*/ 71628 w 96583"/>
                    <a:gd name="csY1" fmla="*/ 22860 h 109156"/>
                    <a:gd name="csX2" fmla="*/ 51245 w 96583"/>
                    <a:gd name="csY2" fmla="*/ 14478 h 109156"/>
                    <a:gd name="csX3" fmla="*/ 28385 w 96583"/>
                    <a:gd name="csY3" fmla="*/ 22670 h 109156"/>
                    <a:gd name="csX4" fmla="*/ 18479 w 96583"/>
                    <a:gd name="csY4" fmla="*/ 45339 h 109156"/>
                    <a:gd name="csX5" fmla="*/ 79439 w 96583"/>
                    <a:gd name="csY5" fmla="*/ 45339 h 109156"/>
                    <a:gd name="csX6" fmla="*/ 96584 w 96583"/>
                    <a:gd name="csY6" fmla="*/ 50292 h 109156"/>
                    <a:gd name="csX7" fmla="*/ 96584 w 96583"/>
                    <a:gd name="csY7" fmla="*/ 58674 h 109156"/>
                    <a:gd name="csX8" fmla="*/ 17907 w 96583"/>
                    <a:gd name="csY8" fmla="*/ 58674 h 109156"/>
                    <a:gd name="csX9" fmla="*/ 28575 w 96583"/>
                    <a:gd name="csY9" fmla="*/ 85725 h 109156"/>
                    <a:gd name="csX10" fmla="*/ 55055 w 96583"/>
                    <a:gd name="csY10" fmla="*/ 94869 h 109156"/>
                    <a:gd name="csX11" fmla="*/ 74105 w 96583"/>
                    <a:gd name="csY11" fmla="*/ 92583 h 109156"/>
                    <a:gd name="csX12" fmla="*/ 92583 w 96583"/>
                    <a:gd name="csY12" fmla="*/ 85154 h 109156"/>
                    <a:gd name="csX13" fmla="*/ 92583 w 96583"/>
                    <a:gd name="csY13" fmla="*/ 101346 h 109156"/>
                    <a:gd name="csX14" fmla="*/ 73723 w 96583"/>
                    <a:gd name="csY14" fmla="*/ 107252 h 109156"/>
                    <a:gd name="csX15" fmla="*/ 54102 w 96583"/>
                    <a:gd name="csY15" fmla="*/ 109157 h 109156"/>
                    <a:gd name="csX16" fmla="*/ 14478 w 96583"/>
                    <a:gd name="csY16" fmla="*/ 94869 h 109156"/>
                    <a:gd name="csX17" fmla="*/ 0 w 96583"/>
                    <a:gd name="csY17" fmla="*/ 55626 h 109156"/>
                    <a:gd name="csX18" fmla="*/ 13716 w 96583"/>
                    <a:gd name="csY18" fmla="*/ 15049 h 109156"/>
                    <a:gd name="csX19" fmla="*/ 51054 w 96583"/>
                    <a:gd name="csY19" fmla="*/ 0 h 109156"/>
                    <a:gd name="csX20" fmla="*/ 84392 w 96583"/>
                    <a:gd name="csY20" fmla="*/ 13526 h 109156"/>
                    <a:gd name="csX21" fmla="*/ 96584 w 96583"/>
                    <a:gd name="csY21" fmla="*/ 50292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96583" h="109156">
                      <a:moveTo>
                        <a:pt x="79439" y="45339"/>
                      </a:moveTo>
                      <a:cubicBezTo>
                        <a:pt x="79248" y="36005"/>
                        <a:pt x="76581" y="28575"/>
                        <a:pt x="71628" y="22860"/>
                      </a:cubicBezTo>
                      <a:cubicBezTo>
                        <a:pt x="66485" y="17335"/>
                        <a:pt x="59627" y="14478"/>
                        <a:pt x="51245" y="14478"/>
                      </a:cubicBezTo>
                      <a:cubicBezTo>
                        <a:pt x="41720" y="14478"/>
                        <a:pt x="34100" y="17335"/>
                        <a:pt x="28385" y="22670"/>
                      </a:cubicBezTo>
                      <a:cubicBezTo>
                        <a:pt x="22670" y="28004"/>
                        <a:pt x="19241" y="35623"/>
                        <a:pt x="18479" y="45339"/>
                      </a:cubicBezTo>
                      <a:lnTo>
                        <a:pt x="79439" y="45339"/>
                      </a:lnTo>
                      <a:close/>
                      <a:moveTo>
                        <a:pt x="96584" y="50292"/>
                      </a:moveTo>
                      <a:lnTo>
                        <a:pt x="96584" y="58674"/>
                      </a:lnTo>
                      <a:lnTo>
                        <a:pt x="17907" y="58674"/>
                      </a:lnTo>
                      <a:cubicBezTo>
                        <a:pt x="18669" y="70485"/>
                        <a:pt x="22098" y="79629"/>
                        <a:pt x="28575" y="85725"/>
                      </a:cubicBezTo>
                      <a:cubicBezTo>
                        <a:pt x="34862" y="91821"/>
                        <a:pt x="43625" y="94869"/>
                        <a:pt x="55055" y="94869"/>
                      </a:cubicBezTo>
                      <a:cubicBezTo>
                        <a:pt x="61532" y="94869"/>
                        <a:pt x="68009" y="94107"/>
                        <a:pt x="74105" y="92583"/>
                      </a:cubicBezTo>
                      <a:cubicBezTo>
                        <a:pt x="80201" y="91059"/>
                        <a:pt x="86487" y="88583"/>
                        <a:pt x="92583" y="85154"/>
                      </a:cubicBezTo>
                      <a:lnTo>
                        <a:pt x="92583" y="101346"/>
                      </a:lnTo>
                      <a:cubicBezTo>
                        <a:pt x="86487" y="104013"/>
                        <a:pt x="80201" y="106109"/>
                        <a:pt x="73723" y="107252"/>
                      </a:cubicBezTo>
                      <a:cubicBezTo>
                        <a:pt x="67246" y="108394"/>
                        <a:pt x="60579" y="109157"/>
                        <a:pt x="54102" y="109157"/>
                      </a:cubicBezTo>
                      <a:cubicBezTo>
                        <a:pt x="37338" y="109157"/>
                        <a:pt x="24194" y="104394"/>
                        <a:pt x="14478" y="94869"/>
                      </a:cubicBezTo>
                      <a:cubicBezTo>
                        <a:pt x="4763" y="85344"/>
                        <a:pt x="0" y="72200"/>
                        <a:pt x="0" y="55626"/>
                      </a:cubicBezTo>
                      <a:cubicBezTo>
                        <a:pt x="0" y="39053"/>
                        <a:pt x="4572" y="25146"/>
                        <a:pt x="13716" y="15049"/>
                      </a:cubicBezTo>
                      <a:cubicBezTo>
                        <a:pt x="22860" y="5144"/>
                        <a:pt x="35433" y="0"/>
                        <a:pt x="51054" y="0"/>
                      </a:cubicBezTo>
                      <a:cubicBezTo>
                        <a:pt x="65151" y="0"/>
                        <a:pt x="76200" y="4572"/>
                        <a:pt x="84392" y="13526"/>
                      </a:cubicBezTo>
                      <a:cubicBezTo>
                        <a:pt x="92393" y="22670"/>
                        <a:pt x="96584" y="34862"/>
                        <a:pt x="96584" y="5029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60" name="任意多边形: 形状 1259">
                  <a:extLst>
                    <a:ext uri="{FF2B5EF4-FFF2-40B4-BE49-F238E27FC236}">
                      <a16:creationId xmlns:a16="http://schemas.microsoft.com/office/drawing/2014/main" id="{064F0F8F-1FA8-0BB9-EAB5-B76428F0B036}"/>
                    </a:ext>
                  </a:extLst>
                </p:cNvPr>
                <p:cNvSpPr/>
                <p:nvPr/>
              </p:nvSpPr>
              <p:spPr>
                <a:xfrm>
                  <a:off x="11259565" y="4792169"/>
                  <a:ext cx="60960" cy="106679"/>
                </a:xfrm>
                <a:custGeom>
                  <a:avLst/>
                  <a:gdLst>
                    <a:gd name="csX0" fmla="*/ 60960 w 60960"/>
                    <a:gd name="csY0" fmla="*/ 18479 h 106679"/>
                    <a:gd name="csX1" fmla="*/ 54673 w 60960"/>
                    <a:gd name="csY1" fmla="*/ 16002 h 106679"/>
                    <a:gd name="csX2" fmla="*/ 47244 w 60960"/>
                    <a:gd name="csY2" fmla="*/ 15240 h 106679"/>
                    <a:gd name="csX3" fmla="*/ 24955 w 60960"/>
                    <a:gd name="csY3" fmla="*/ 24765 h 106679"/>
                    <a:gd name="csX4" fmla="*/ 17145 w 60960"/>
                    <a:gd name="csY4" fmla="*/ 51816 h 106679"/>
                    <a:gd name="csX5" fmla="*/ 17145 w 60960"/>
                    <a:gd name="csY5" fmla="*/ 106680 h 106679"/>
                    <a:gd name="csX6" fmla="*/ 0 w 60960"/>
                    <a:gd name="csY6" fmla="*/ 106680 h 106679"/>
                    <a:gd name="csX7" fmla="*/ 0 w 60960"/>
                    <a:gd name="csY7" fmla="*/ 2477 h 106679"/>
                    <a:gd name="csX8" fmla="*/ 17145 w 60960"/>
                    <a:gd name="csY8" fmla="*/ 2477 h 106679"/>
                    <a:gd name="csX9" fmla="*/ 17145 w 60960"/>
                    <a:gd name="csY9" fmla="*/ 18669 h 106679"/>
                    <a:gd name="csX10" fmla="*/ 31052 w 60960"/>
                    <a:gd name="csY10" fmla="*/ 4572 h 106679"/>
                    <a:gd name="csX11" fmla="*/ 52197 w 60960"/>
                    <a:gd name="csY11" fmla="*/ 0 h 106679"/>
                    <a:gd name="csX12" fmla="*/ 56198 w 60960"/>
                    <a:gd name="csY12" fmla="*/ 191 h 106679"/>
                    <a:gd name="csX13" fmla="*/ 60960 w 60960"/>
                    <a:gd name="csY13" fmla="*/ 953 h 106679"/>
                    <a:gd name="csX14" fmla="*/ 60960 w 60960"/>
                    <a:gd name="csY14" fmla="*/ 18479 h 1066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60960" h="106679">
                      <a:moveTo>
                        <a:pt x="60960" y="18479"/>
                      </a:moveTo>
                      <a:cubicBezTo>
                        <a:pt x="59055" y="17335"/>
                        <a:pt x="56959" y="16573"/>
                        <a:pt x="54673" y="16002"/>
                      </a:cubicBezTo>
                      <a:cubicBezTo>
                        <a:pt x="52388" y="15621"/>
                        <a:pt x="49911" y="15240"/>
                        <a:pt x="47244" y="15240"/>
                      </a:cubicBezTo>
                      <a:cubicBezTo>
                        <a:pt x="37529" y="15240"/>
                        <a:pt x="30099" y="18479"/>
                        <a:pt x="24955" y="24765"/>
                      </a:cubicBezTo>
                      <a:cubicBezTo>
                        <a:pt x="19621" y="31052"/>
                        <a:pt x="17145" y="40005"/>
                        <a:pt x="17145" y="51816"/>
                      </a:cubicBezTo>
                      <a:lnTo>
                        <a:pt x="17145" y="106680"/>
                      </a:lnTo>
                      <a:lnTo>
                        <a:pt x="0" y="106680"/>
                      </a:lnTo>
                      <a:lnTo>
                        <a:pt x="0" y="2477"/>
                      </a:lnTo>
                      <a:lnTo>
                        <a:pt x="17145" y="2477"/>
                      </a:lnTo>
                      <a:lnTo>
                        <a:pt x="17145" y="18669"/>
                      </a:lnTo>
                      <a:cubicBezTo>
                        <a:pt x="20574" y="12383"/>
                        <a:pt x="25336" y="7620"/>
                        <a:pt x="31052" y="4572"/>
                      </a:cubicBezTo>
                      <a:cubicBezTo>
                        <a:pt x="36766" y="1524"/>
                        <a:pt x="43815" y="0"/>
                        <a:pt x="52197" y="0"/>
                      </a:cubicBezTo>
                      <a:cubicBezTo>
                        <a:pt x="53340" y="0"/>
                        <a:pt x="54673" y="191"/>
                        <a:pt x="56198" y="191"/>
                      </a:cubicBezTo>
                      <a:cubicBezTo>
                        <a:pt x="57531" y="381"/>
                        <a:pt x="59055" y="571"/>
                        <a:pt x="60960" y="953"/>
                      </a:cubicBezTo>
                      <a:lnTo>
                        <a:pt x="60960" y="1847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61" name="任意多边形: 形状 1260">
                  <a:extLst>
                    <a:ext uri="{FF2B5EF4-FFF2-40B4-BE49-F238E27FC236}">
                      <a16:creationId xmlns:a16="http://schemas.microsoft.com/office/drawing/2014/main" id="{A7AF0D5D-7F5D-CEC6-9CC5-944A43BF3701}"/>
                    </a:ext>
                  </a:extLst>
                </p:cNvPr>
                <p:cNvSpPr/>
                <p:nvPr/>
              </p:nvSpPr>
              <p:spPr>
                <a:xfrm>
                  <a:off x="11326812" y="4792169"/>
                  <a:ext cx="96583" cy="109156"/>
                </a:xfrm>
                <a:custGeom>
                  <a:avLst/>
                  <a:gdLst>
                    <a:gd name="csX0" fmla="*/ 79439 w 96583"/>
                    <a:gd name="csY0" fmla="*/ 45339 h 109156"/>
                    <a:gd name="csX1" fmla="*/ 71628 w 96583"/>
                    <a:gd name="csY1" fmla="*/ 22860 h 109156"/>
                    <a:gd name="csX2" fmla="*/ 51245 w 96583"/>
                    <a:gd name="csY2" fmla="*/ 14478 h 109156"/>
                    <a:gd name="csX3" fmla="*/ 28384 w 96583"/>
                    <a:gd name="csY3" fmla="*/ 22670 h 109156"/>
                    <a:gd name="csX4" fmla="*/ 18479 w 96583"/>
                    <a:gd name="csY4" fmla="*/ 45339 h 109156"/>
                    <a:gd name="csX5" fmla="*/ 79439 w 96583"/>
                    <a:gd name="csY5" fmla="*/ 45339 h 109156"/>
                    <a:gd name="csX6" fmla="*/ 96584 w 96583"/>
                    <a:gd name="csY6" fmla="*/ 50292 h 109156"/>
                    <a:gd name="csX7" fmla="*/ 96584 w 96583"/>
                    <a:gd name="csY7" fmla="*/ 58674 h 109156"/>
                    <a:gd name="csX8" fmla="*/ 17907 w 96583"/>
                    <a:gd name="csY8" fmla="*/ 58674 h 109156"/>
                    <a:gd name="csX9" fmla="*/ 28575 w 96583"/>
                    <a:gd name="csY9" fmla="*/ 85725 h 109156"/>
                    <a:gd name="csX10" fmla="*/ 55055 w 96583"/>
                    <a:gd name="csY10" fmla="*/ 94869 h 109156"/>
                    <a:gd name="csX11" fmla="*/ 74105 w 96583"/>
                    <a:gd name="csY11" fmla="*/ 92583 h 109156"/>
                    <a:gd name="csX12" fmla="*/ 92583 w 96583"/>
                    <a:gd name="csY12" fmla="*/ 85154 h 109156"/>
                    <a:gd name="csX13" fmla="*/ 92583 w 96583"/>
                    <a:gd name="csY13" fmla="*/ 101346 h 109156"/>
                    <a:gd name="csX14" fmla="*/ 73723 w 96583"/>
                    <a:gd name="csY14" fmla="*/ 107252 h 109156"/>
                    <a:gd name="csX15" fmla="*/ 54102 w 96583"/>
                    <a:gd name="csY15" fmla="*/ 109157 h 109156"/>
                    <a:gd name="csX16" fmla="*/ 14478 w 96583"/>
                    <a:gd name="csY16" fmla="*/ 94869 h 109156"/>
                    <a:gd name="csX17" fmla="*/ 0 w 96583"/>
                    <a:gd name="csY17" fmla="*/ 55626 h 109156"/>
                    <a:gd name="csX18" fmla="*/ 13716 w 96583"/>
                    <a:gd name="csY18" fmla="*/ 15049 h 109156"/>
                    <a:gd name="csX19" fmla="*/ 51054 w 96583"/>
                    <a:gd name="csY19" fmla="*/ 0 h 109156"/>
                    <a:gd name="csX20" fmla="*/ 84391 w 96583"/>
                    <a:gd name="csY20" fmla="*/ 13526 h 109156"/>
                    <a:gd name="csX21" fmla="*/ 96584 w 96583"/>
                    <a:gd name="csY21" fmla="*/ 50292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96583" h="109156">
                      <a:moveTo>
                        <a:pt x="79439" y="45339"/>
                      </a:moveTo>
                      <a:cubicBezTo>
                        <a:pt x="79248" y="36005"/>
                        <a:pt x="76581" y="28575"/>
                        <a:pt x="71628" y="22860"/>
                      </a:cubicBezTo>
                      <a:cubicBezTo>
                        <a:pt x="66484" y="17335"/>
                        <a:pt x="59627" y="14478"/>
                        <a:pt x="51245" y="14478"/>
                      </a:cubicBezTo>
                      <a:cubicBezTo>
                        <a:pt x="41720" y="14478"/>
                        <a:pt x="34100" y="17335"/>
                        <a:pt x="28384" y="22670"/>
                      </a:cubicBezTo>
                      <a:cubicBezTo>
                        <a:pt x="22670" y="28004"/>
                        <a:pt x="19241" y="35623"/>
                        <a:pt x="18479" y="45339"/>
                      </a:cubicBezTo>
                      <a:lnTo>
                        <a:pt x="79439" y="45339"/>
                      </a:lnTo>
                      <a:close/>
                      <a:moveTo>
                        <a:pt x="96584" y="50292"/>
                      </a:moveTo>
                      <a:lnTo>
                        <a:pt x="96584" y="58674"/>
                      </a:lnTo>
                      <a:lnTo>
                        <a:pt x="17907" y="58674"/>
                      </a:lnTo>
                      <a:cubicBezTo>
                        <a:pt x="18669" y="70485"/>
                        <a:pt x="22098" y="79629"/>
                        <a:pt x="28575" y="85725"/>
                      </a:cubicBezTo>
                      <a:cubicBezTo>
                        <a:pt x="34861" y="91821"/>
                        <a:pt x="43625" y="94869"/>
                        <a:pt x="55055" y="94869"/>
                      </a:cubicBezTo>
                      <a:cubicBezTo>
                        <a:pt x="61532" y="94869"/>
                        <a:pt x="68009" y="94107"/>
                        <a:pt x="74105" y="92583"/>
                      </a:cubicBezTo>
                      <a:cubicBezTo>
                        <a:pt x="80200" y="91059"/>
                        <a:pt x="86487" y="88583"/>
                        <a:pt x="92583" y="85154"/>
                      </a:cubicBezTo>
                      <a:lnTo>
                        <a:pt x="92583" y="101346"/>
                      </a:lnTo>
                      <a:cubicBezTo>
                        <a:pt x="86487" y="104013"/>
                        <a:pt x="80200" y="106109"/>
                        <a:pt x="73723" y="107252"/>
                      </a:cubicBezTo>
                      <a:cubicBezTo>
                        <a:pt x="67246" y="108394"/>
                        <a:pt x="60579" y="109157"/>
                        <a:pt x="54102" y="109157"/>
                      </a:cubicBezTo>
                      <a:cubicBezTo>
                        <a:pt x="37338" y="109157"/>
                        <a:pt x="24193" y="104394"/>
                        <a:pt x="14478" y="94869"/>
                      </a:cubicBezTo>
                      <a:cubicBezTo>
                        <a:pt x="4763" y="85344"/>
                        <a:pt x="0" y="72200"/>
                        <a:pt x="0" y="55626"/>
                      </a:cubicBezTo>
                      <a:cubicBezTo>
                        <a:pt x="0" y="39053"/>
                        <a:pt x="4572" y="25146"/>
                        <a:pt x="13716" y="15049"/>
                      </a:cubicBezTo>
                      <a:cubicBezTo>
                        <a:pt x="22860" y="5144"/>
                        <a:pt x="35433" y="0"/>
                        <a:pt x="51054" y="0"/>
                      </a:cubicBezTo>
                      <a:cubicBezTo>
                        <a:pt x="65151" y="0"/>
                        <a:pt x="76200" y="4572"/>
                        <a:pt x="84391" y="13526"/>
                      </a:cubicBezTo>
                      <a:cubicBezTo>
                        <a:pt x="92393" y="22670"/>
                        <a:pt x="96584" y="34862"/>
                        <a:pt x="96584" y="5029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62" name="任意多边形: 形状 1261">
                  <a:extLst>
                    <a:ext uri="{FF2B5EF4-FFF2-40B4-BE49-F238E27FC236}">
                      <a16:creationId xmlns:a16="http://schemas.microsoft.com/office/drawing/2014/main" id="{A6BFEE2B-D75C-8B40-95CF-995BFDF17873}"/>
                    </a:ext>
                  </a:extLst>
                </p:cNvPr>
                <p:cNvSpPr/>
                <p:nvPr/>
              </p:nvSpPr>
              <p:spPr>
                <a:xfrm>
                  <a:off x="11450827" y="4792169"/>
                  <a:ext cx="87248" cy="106679"/>
                </a:xfrm>
                <a:custGeom>
                  <a:avLst/>
                  <a:gdLst>
                    <a:gd name="csX0" fmla="*/ 87249 w 87248"/>
                    <a:gd name="csY0" fmla="*/ 43815 h 106679"/>
                    <a:gd name="csX1" fmla="*/ 87249 w 87248"/>
                    <a:gd name="csY1" fmla="*/ 106680 h 106679"/>
                    <a:gd name="csX2" fmla="*/ 70104 w 87248"/>
                    <a:gd name="csY2" fmla="*/ 106680 h 106679"/>
                    <a:gd name="csX3" fmla="*/ 70104 w 87248"/>
                    <a:gd name="csY3" fmla="*/ 44387 h 106679"/>
                    <a:gd name="csX4" fmla="*/ 64198 w 87248"/>
                    <a:gd name="csY4" fmla="*/ 22289 h 106679"/>
                    <a:gd name="csX5" fmla="*/ 47054 w 87248"/>
                    <a:gd name="csY5" fmla="*/ 14859 h 106679"/>
                    <a:gd name="csX6" fmla="*/ 25146 w 87248"/>
                    <a:gd name="csY6" fmla="*/ 23813 h 106679"/>
                    <a:gd name="csX7" fmla="*/ 17145 w 87248"/>
                    <a:gd name="csY7" fmla="*/ 47816 h 106679"/>
                    <a:gd name="csX8" fmla="*/ 17145 w 87248"/>
                    <a:gd name="csY8" fmla="*/ 106680 h 106679"/>
                    <a:gd name="csX9" fmla="*/ 0 w 87248"/>
                    <a:gd name="csY9" fmla="*/ 106680 h 106679"/>
                    <a:gd name="csX10" fmla="*/ 0 w 87248"/>
                    <a:gd name="csY10" fmla="*/ 2477 h 106679"/>
                    <a:gd name="csX11" fmla="*/ 17145 w 87248"/>
                    <a:gd name="csY11" fmla="*/ 2477 h 106679"/>
                    <a:gd name="csX12" fmla="*/ 17145 w 87248"/>
                    <a:gd name="csY12" fmla="*/ 18669 h 106679"/>
                    <a:gd name="csX13" fmla="*/ 31623 w 87248"/>
                    <a:gd name="csY13" fmla="*/ 4763 h 106679"/>
                    <a:gd name="csX14" fmla="*/ 50863 w 87248"/>
                    <a:gd name="csY14" fmla="*/ 0 h 106679"/>
                    <a:gd name="csX15" fmla="*/ 77914 w 87248"/>
                    <a:gd name="csY15" fmla="*/ 11240 h 106679"/>
                    <a:gd name="csX16" fmla="*/ 87249 w 87248"/>
                    <a:gd name="csY16" fmla="*/ 43815 h 1066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87248" h="106679">
                      <a:moveTo>
                        <a:pt x="87249" y="43815"/>
                      </a:moveTo>
                      <a:lnTo>
                        <a:pt x="87249" y="106680"/>
                      </a:lnTo>
                      <a:lnTo>
                        <a:pt x="70104" y="106680"/>
                      </a:lnTo>
                      <a:lnTo>
                        <a:pt x="70104" y="44387"/>
                      </a:lnTo>
                      <a:cubicBezTo>
                        <a:pt x="70104" y="34481"/>
                        <a:pt x="68008" y="27242"/>
                        <a:pt x="64198" y="22289"/>
                      </a:cubicBezTo>
                      <a:cubicBezTo>
                        <a:pt x="60388" y="17335"/>
                        <a:pt x="54673" y="14859"/>
                        <a:pt x="47054" y="14859"/>
                      </a:cubicBezTo>
                      <a:cubicBezTo>
                        <a:pt x="37719" y="14859"/>
                        <a:pt x="30480" y="17907"/>
                        <a:pt x="25146" y="23813"/>
                      </a:cubicBezTo>
                      <a:cubicBezTo>
                        <a:pt x="19812" y="29718"/>
                        <a:pt x="17145" y="37719"/>
                        <a:pt x="17145" y="47816"/>
                      </a:cubicBezTo>
                      <a:lnTo>
                        <a:pt x="17145" y="106680"/>
                      </a:lnTo>
                      <a:lnTo>
                        <a:pt x="0" y="106680"/>
                      </a:lnTo>
                      <a:lnTo>
                        <a:pt x="0" y="2477"/>
                      </a:lnTo>
                      <a:lnTo>
                        <a:pt x="17145" y="2477"/>
                      </a:lnTo>
                      <a:lnTo>
                        <a:pt x="17145" y="18669"/>
                      </a:lnTo>
                      <a:cubicBezTo>
                        <a:pt x="21145" y="12573"/>
                        <a:pt x="25908" y="7810"/>
                        <a:pt x="31623" y="4763"/>
                      </a:cubicBezTo>
                      <a:cubicBezTo>
                        <a:pt x="37147" y="1715"/>
                        <a:pt x="43624" y="0"/>
                        <a:pt x="50863" y="0"/>
                      </a:cubicBezTo>
                      <a:cubicBezTo>
                        <a:pt x="62674" y="0"/>
                        <a:pt x="71818" y="3810"/>
                        <a:pt x="77914" y="11240"/>
                      </a:cubicBezTo>
                      <a:cubicBezTo>
                        <a:pt x="84011" y="18669"/>
                        <a:pt x="87249" y="29528"/>
                        <a:pt x="87249" y="4381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63" name="任意多边形: 形状 1262">
                  <a:extLst>
                    <a:ext uri="{FF2B5EF4-FFF2-40B4-BE49-F238E27FC236}">
                      <a16:creationId xmlns:a16="http://schemas.microsoft.com/office/drawing/2014/main" id="{27C18F8F-A54E-0B7D-336F-D2967201ADD2}"/>
                    </a:ext>
                  </a:extLst>
                </p:cNvPr>
                <p:cNvSpPr/>
                <p:nvPr/>
              </p:nvSpPr>
              <p:spPr>
                <a:xfrm>
                  <a:off x="11564746" y="4792169"/>
                  <a:ext cx="82486" cy="109156"/>
                </a:xfrm>
                <a:custGeom>
                  <a:avLst/>
                  <a:gdLst>
                    <a:gd name="csX0" fmla="*/ 82487 w 82486"/>
                    <a:gd name="csY0" fmla="*/ 6477 h 109156"/>
                    <a:gd name="csX1" fmla="*/ 82487 w 82486"/>
                    <a:gd name="csY1" fmla="*/ 22479 h 109156"/>
                    <a:gd name="csX2" fmla="*/ 67818 w 82486"/>
                    <a:gd name="csY2" fmla="*/ 16573 h 109156"/>
                    <a:gd name="csX3" fmla="*/ 53150 w 82486"/>
                    <a:gd name="csY3" fmla="*/ 14478 h 109156"/>
                    <a:gd name="csX4" fmla="*/ 27242 w 82486"/>
                    <a:gd name="csY4" fmla="*/ 25146 h 109156"/>
                    <a:gd name="csX5" fmla="*/ 18098 w 82486"/>
                    <a:gd name="csY5" fmla="*/ 54673 h 109156"/>
                    <a:gd name="csX6" fmla="*/ 27242 w 82486"/>
                    <a:gd name="csY6" fmla="*/ 84392 h 109156"/>
                    <a:gd name="csX7" fmla="*/ 53150 w 82486"/>
                    <a:gd name="csY7" fmla="*/ 94869 h 109156"/>
                    <a:gd name="csX8" fmla="*/ 67818 w 82486"/>
                    <a:gd name="csY8" fmla="*/ 92964 h 109156"/>
                    <a:gd name="csX9" fmla="*/ 82487 w 82486"/>
                    <a:gd name="csY9" fmla="*/ 86868 h 109156"/>
                    <a:gd name="csX10" fmla="*/ 82487 w 82486"/>
                    <a:gd name="csY10" fmla="*/ 102680 h 109156"/>
                    <a:gd name="csX11" fmla="*/ 67628 w 82486"/>
                    <a:gd name="csY11" fmla="*/ 107633 h 109156"/>
                    <a:gd name="csX12" fmla="*/ 51245 w 82486"/>
                    <a:gd name="csY12" fmla="*/ 109157 h 109156"/>
                    <a:gd name="csX13" fmla="*/ 13907 w 82486"/>
                    <a:gd name="csY13" fmla="*/ 94488 h 109156"/>
                    <a:gd name="csX14" fmla="*/ 0 w 82486"/>
                    <a:gd name="csY14" fmla="*/ 54673 h 109156"/>
                    <a:gd name="csX15" fmla="*/ 13907 w 82486"/>
                    <a:gd name="csY15" fmla="*/ 14669 h 109156"/>
                    <a:gd name="csX16" fmla="*/ 52388 w 82486"/>
                    <a:gd name="csY16" fmla="*/ 0 h 109156"/>
                    <a:gd name="csX17" fmla="*/ 67818 w 82486"/>
                    <a:gd name="csY17" fmla="*/ 1715 h 109156"/>
                    <a:gd name="csX18" fmla="*/ 82487 w 82486"/>
                    <a:gd name="csY18" fmla="*/ 6477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82486" h="109156">
                      <a:moveTo>
                        <a:pt x="82487" y="6477"/>
                      </a:moveTo>
                      <a:lnTo>
                        <a:pt x="82487" y="22479"/>
                      </a:lnTo>
                      <a:cubicBezTo>
                        <a:pt x="77534" y="19812"/>
                        <a:pt x="72771" y="17907"/>
                        <a:pt x="67818" y="16573"/>
                      </a:cubicBezTo>
                      <a:cubicBezTo>
                        <a:pt x="62865" y="15240"/>
                        <a:pt x="58103" y="14478"/>
                        <a:pt x="53150" y="14478"/>
                      </a:cubicBezTo>
                      <a:cubicBezTo>
                        <a:pt x="42101" y="14478"/>
                        <a:pt x="33338" y="18097"/>
                        <a:pt x="27242" y="25146"/>
                      </a:cubicBezTo>
                      <a:cubicBezTo>
                        <a:pt x="21146" y="32195"/>
                        <a:pt x="18098" y="42101"/>
                        <a:pt x="18098" y="54673"/>
                      </a:cubicBezTo>
                      <a:cubicBezTo>
                        <a:pt x="18098" y="67246"/>
                        <a:pt x="21146" y="77343"/>
                        <a:pt x="27242" y="84392"/>
                      </a:cubicBezTo>
                      <a:cubicBezTo>
                        <a:pt x="33338" y="91440"/>
                        <a:pt x="42101" y="94869"/>
                        <a:pt x="53150" y="94869"/>
                      </a:cubicBezTo>
                      <a:cubicBezTo>
                        <a:pt x="58103" y="94869"/>
                        <a:pt x="62865" y="94298"/>
                        <a:pt x="67818" y="92964"/>
                      </a:cubicBezTo>
                      <a:cubicBezTo>
                        <a:pt x="72771" y="91631"/>
                        <a:pt x="77534" y="89535"/>
                        <a:pt x="82487" y="86868"/>
                      </a:cubicBezTo>
                      <a:lnTo>
                        <a:pt x="82487" y="102680"/>
                      </a:lnTo>
                      <a:cubicBezTo>
                        <a:pt x="77534" y="104965"/>
                        <a:pt x="72580" y="106680"/>
                        <a:pt x="67628" y="107633"/>
                      </a:cubicBezTo>
                      <a:cubicBezTo>
                        <a:pt x="62484" y="108585"/>
                        <a:pt x="56960" y="109157"/>
                        <a:pt x="51245" y="109157"/>
                      </a:cubicBezTo>
                      <a:cubicBezTo>
                        <a:pt x="35623" y="109157"/>
                        <a:pt x="23051" y="104394"/>
                        <a:pt x="13907" y="94488"/>
                      </a:cubicBezTo>
                      <a:cubicBezTo>
                        <a:pt x="4572" y="84773"/>
                        <a:pt x="0" y="71438"/>
                        <a:pt x="0" y="54673"/>
                      </a:cubicBezTo>
                      <a:cubicBezTo>
                        <a:pt x="0" y="37909"/>
                        <a:pt x="4572" y="24384"/>
                        <a:pt x="13907" y="14669"/>
                      </a:cubicBezTo>
                      <a:cubicBezTo>
                        <a:pt x="23241" y="4953"/>
                        <a:pt x="36005" y="0"/>
                        <a:pt x="52388" y="0"/>
                      </a:cubicBezTo>
                      <a:cubicBezTo>
                        <a:pt x="57721" y="0"/>
                        <a:pt x="62865" y="571"/>
                        <a:pt x="67818" y="1715"/>
                      </a:cubicBezTo>
                      <a:cubicBezTo>
                        <a:pt x="72771" y="2858"/>
                        <a:pt x="77724" y="4382"/>
                        <a:pt x="82487" y="647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64" name="任意多边形: 形状 1263">
                  <a:extLst>
                    <a:ext uri="{FF2B5EF4-FFF2-40B4-BE49-F238E27FC236}">
                      <a16:creationId xmlns:a16="http://schemas.microsoft.com/office/drawing/2014/main" id="{89605421-5D7E-0A25-F393-07B86048DF9F}"/>
                    </a:ext>
                  </a:extLst>
                </p:cNvPr>
                <p:cNvSpPr/>
                <p:nvPr/>
              </p:nvSpPr>
              <p:spPr>
                <a:xfrm>
                  <a:off x="11669521" y="4792169"/>
                  <a:ext cx="96583" cy="109156"/>
                </a:xfrm>
                <a:custGeom>
                  <a:avLst/>
                  <a:gdLst>
                    <a:gd name="csX0" fmla="*/ 79439 w 96583"/>
                    <a:gd name="csY0" fmla="*/ 45339 h 109156"/>
                    <a:gd name="csX1" fmla="*/ 71628 w 96583"/>
                    <a:gd name="csY1" fmla="*/ 22860 h 109156"/>
                    <a:gd name="csX2" fmla="*/ 51245 w 96583"/>
                    <a:gd name="csY2" fmla="*/ 14478 h 109156"/>
                    <a:gd name="csX3" fmla="*/ 28385 w 96583"/>
                    <a:gd name="csY3" fmla="*/ 22670 h 109156"/>
                    <a:gd name="csX4" fmla="*/ 18479 w 96583"/>
                    <a:gd name="csY4" fmla="*/ 45339 h 109156"/>
                    <a:gd name="csX5" fmla="*/ 79439 w 96583"/>
                    <a:gd name="csY5" fmla="*/ 45339 h 109156"/>
                    <a:gd name="csX6" fmla="*/ 96584 w 96583"/>
                    <a:gd name="csY6" fmla="*/ 50292 h 109156"/>
                    <a:gd name="csX7" fmla="*/ 96584 w 96583"/>
                    <a:gd name="csY7" fmla="*/ 58674 h 109156"/>
                    <a:gd name="csX8" fmla="*/ 17907 w 96583"/>
                    <a:gd name="csY8" fmla="*/ 58674 h 109156"/>
                    <a:gd name="csX9" fmla="*/ 28575 w 96583"/>
                    <a:gd name="csY9" fmla="*/ 85725 h 109156"/>
                    <a:gd name="csX10" fmla="*/ 55055 w 96583"/>
                    <a:gd name="csY10" fmla="*/ 94869 h 109156"/>
                    <a:gd name="csX11" fmla="*/ 74105 w 96583"/>
                    <a:gd name="csY11" fmla="*/ 92583 h 109156"/>
                    <a:gd name="csX12" fmla="*/ 92583 w 96583"/>
                    <a:gd name="csY12" fmla="*/ 85154 h 109156"/>
                    <a:gd name="csX13" fmla="*/ 92583 w 96583"/>
                    <a:gd name="csY13" fmla="*/ 101346 h 109156"/>
                    <a:gd name="csX14" fmla="*/ 73723 w 96583"/>
                    <a:gd name="csY14" fmla="*/ 107252 h 109156"/>
                    <a:gd name="csX15" fmla="*/ 54102 w 96583"/>
                    <a:gd name="csY15" fmla="*/ 109157 h 109156"/>
                    <a:gd name="csX16" fmla="*/ 14478 w 96583"/>
                    <a:gd name="csY16" fmla="*/ 94869 h 109156"/>
                    <a:gd name="csX17" fmla="*/ 0 w 96583"/>
                    <a:gd name="csY17" fmla="*/ 55626 h 109156"/>
                    <a:gd name="csX18" fmla="*/ 13716 w 96583"/>
                    <a:gd name="csY18" fmla="*/ 15049 h 109156"/>
                    <a:gd name="csX19" fmla="*/ 51054 w 96583"/>
                    <a:gd name="csY19" fmla="*/ 0 h 109156"/>
                    <a:gd name="csX20" fmla="*/ 84392 w 96583"/>
                    <a:gd name="csY20" fmla="*/ 13526 h 109156"/>
                    <a:gd name="csX21" fmla="*/ 96584 w 96583"/>
                    <a:gd name="csY21" fmla="*/ 50292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96583" h="109156">
                      <a:moveTo>
                        <a:pt x="79439" y="45339"/>
                      </a:moveTo>
                      <a:cubicBezTo>
                        <a:pt x="79248" y="36005"/>
                        <a:pt x="76581" y="28575"/>
                        <a:pt x="71628" y="22860"/>
                      </a:cubicBezTo>
                      <a:cubicBezTo>
                        <a:pt x="66485" y="17335"/>
                        <a:pt x="59627" y="14478"/>
                        <a:pt x="51245" y="14478"/>
                      </a:cubicBezTo>
                      <a:cubicBezTo>
                        <a:pt x="41720" y="14478"/>
                        <a:pt x="34100" y="17335"/>
                        <a:pt x="28385" y="22670"/>
                      </a:cubicBezTo>
                      <a:cubicBezTo>
                        <a:pt x="22670" y="28004"/>
                        <a:pt x="19241" y="35623"/>
                        <a:pt x="18479" y="45339"/>
                      </a:cubicBezTo>
                      <a:lnTo>
                        <a:pt x="79439" y="45339"/>
                      </a:lnTo>
                      <a:close/>
                      <a:moveTo>
                        <a:pt x="96584" y="50292"/>
                      </a:moveTo>
                      <a:lnTo>
                        <a:pt x="96584" y="58674"/>
                      </a:lnTo>
                      <a:lnTo>
                        <a:pt x="17907" y="58674"/>
                      </a:lnTo>
                      <a:cubicBezTo>
                        <a:pt x="18669" y="70485"/>
                        <a:pt x="22098" y="79629"/>
                        <a:pt x="28575" y="85725"/>
                      </a:cubicBezTo>
                      <a:cubicBezTo>
                        <a:pt x="34862" y="91821"/>
                        <a:pt x="43625" y="94869"/>
                        <a:pt x="55055" y="94869"/>
                      </a:cubicBezTo>
                      <a:cubicBezTo>
                        <a:pt x="61532" y="94869"/>
                        <a:pt x="68009" y="94107"/>
                        <a:pt x="74105" y="92583"/>
                      </a:cubicBezTo>
                      <a:cubicBezTo>
                        <a:pt x="80201" y="91059"/>
                        <a:pt x="86487" y="88583"/>
                        <a:pt x="92583" y="85154"/>
                      </a:cubicBezTo>
                      <a:lnTo>
                        <a:pt x="92583" y="101346"/>
                      </a:lnTo>
                      <a:cubicBezTo>
                        <a:pt x="86487" y="104013"/>
                        <a:pt x="80201" y="106109"/>
                        <a:pt x="73723" y="107252"/>
                      </a:cubicBezTo>
                      <a:cubicBezTo>
                        <a:pt x="67246" y="108394"/>
                        <a:pt x="60579" y="109157"/>
                        <a:pt x="54102" y="109157"/>
                      </a:cubicBezTo>
                      <a:cubicBezTo>
                        <a:pt x="37338" y="109157"/>
                        <a:pt x="24194" y="104394"/>
                        <a:pt x="14478" y="94869"/>
                      </a:cubicBezTo>
                      <a:cubicBezTo>
                        <a:pt x="4763" y="85344"/>
                        <a:pt x="0" y="72200"/>
                        <a:pt x="0" y="55626"/>
                      </a:cubicBezTo>
                      <a:cubicBezTo>
                        <a:pt x="0" y="39053"/>
                        <a:pt x="4572" y="25146"/>
                        <a:pt x="13716" y="15049"/>
                      </a:cubicBezTo>
                      <a:cubicBezTo>
                        <a:pt x="22860" y="5144"/>
                        <a:pt x="35433" y="0"/>
                        <a:pt x="51054" y="0"/>
                      </a:cubicBezTo>
                      <a:cubicBezTo>
                        <a:pt x="65151" y="0"/>
                        <a:pt x="76200" y="4572"/>
                        <a:pt x="84392" y="13526"/>
                      </a:cubicBezTo>
                      <a:cubicBezTo>
                        <a:pt x="92393" y="22670"/>
                        <a:pt x="96584" y="34862"/>
                        <a:pt x="96584" y="5029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65" name="任意多边形: 形状 1264">
                  <a:extLst>
                    <a:ext uri="{FF2B5EF4-FFF2-40B4-BE49-F238E27FC236}">
                      <a16:creationId xmlns:a16="http://schemas.microsoft.com/office/drawing/2014/main" id="{ABD8C3CA-02EA-D068-A05F-587F8E845529}"/>
                    </a:ext>
                  </a:extLst>
                </p:cNvPr>
                <p:cNvSpPr/>
                <p:nvPr/>
              </p:nvSpPr>
              <p:spPr>
                <a:xfrm>
                  <a:off x="10333259" y="5111828"/>
                  <a:ext cx="381000" cy="9525"/>
                </a:xfrm>
                <a:custGeom>
                  <a:avLst/>
                  <a:gdLst>
                    <a:gd name="csX0" fmla="*/ 0 w 381000"/>
                    <a:gd name="csY0" fmla="*/ 0 h 9525"/>
                    <a:gd name="csX1" fmla="*/ 190500 w 381000"/>
                    <a:gd name="csY1" fmla="*/ 0 h 9525"/>
                    <a:gd name="csX2" fmla="*/ 381000 w 381000"/>
                    <a:gd name="csY2" fmla="*/ 0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81000" h="9525">
                      <a:moveTo>
                        <a:pt x="0" y="0"/>
                      </a:moveTo>
                      <a:lnTo>
                        <a:pt x="190500" y="0"/>
                      </a:lnTo>
                      <a:lnTo>
                        <a:pt x="381000" y="0"/>
                      </a:lnTo>
                    </a:path>
                  </a:pathLst>
                </a:custGeom>
                <a:noFill/>
                <a:ln w="11430" cap="rnd">
                  <a:solidFill>
                    <a:srgbClr val="4DBBD5"/>
                  </a:solidFill>
                  <a:prstDash val="solid"/>
                  <a:round/>
                </a:ln>
              </p:spPr>
            </p:sp>
            <p:sp>
              <p:nvSpPr>
                <p:cNvPr id="1266" name="任意多边形: 形状 1265">
                  <a:extLst>
                    <a:ext uri="{FF2B5EF4-FFF2-40B4-BE49-F238E27FC236}">
                      <a16:creationId xmlns:a16="http://schemas.microsoft.com/office/drawing/2014/main" id="{E03B55B1-8E30-0F63-24EE-F1C4BDF3CC38}"/>
                    </a:ext>
                  </a:extLst>
                </p:cNvPr>
                <p:cNvSpPr/>
                <p:nvPr/>
              </p:nvSpPr>
              <p:spPr>
                <a:xfrm>
                  <a:off x="10883995" y="5071823"/>
                  <a:ext cx="152018" cy="106680"/>
                </a:xfrm>
                <a:custGeom>
                  <a:avLst/>
                  <a:gdLst>
                    <a:gd name="csX0" fmla="*/ 81725 w 152018"/>
                    <a:gd name="csY0" fmla="*/ 22479 h 106680"/>
                    <a:gd name="csX1" fmla="*/ 96964 w 152018"/>
                    <a:gd name="csY1" fmla="*/ 5525 h 106680"/>
                    <a:gd name="csX2" fmla="*/ 118110 w 152018"/>
                    <a:gd name="csY2" fmla="*/ 0 h 106680"/>
                    <a:gd name="csX3" fmla="*/ 143066 w 152018"/>
                    <a:gd name="csY3" fmla="*/ 11430 h 106680"/>
                    <a:gd name="csX4" fmla="*/ 152019 w 152018"/>
                    <a:gd name="csY4" fmla="*/ 43815 h 106680"/>
                    <a:gd name="csX5" fmla="*/ 152019 w 152018"/>
                    <a:gd name="csY5" fmla="*/ 106680 h 106680"/>
                    <a:gd name="csX6" fmla="*/ 134874 w 152018"/>
                    <a:gd name="csY6" fmla="*/ 106680 h 106680"/>
                    <a:gd name="csX7" fmla="*/ 134874 w 152018"/>
                    <a:gd name="csY7" fmla="*/ 44387 h 106680"/>
                    <a:gd name="csX8" fmla="*/ 129540 w 152018"/>
                    <a:gd name="csY8" fmla="*/ 22098 h 106680"/>
                    <a:gd name="csX9" fmla="*/ 113347 w 152018"/>
                    <a:gd name="csY9" fmla="*/ 14859 h 106680"/>
                    <a:gd name="csX10" fmla="*/ 92202 w 152018"/>
                    <a:gd name="csY10" fmla="*/ 23813 h 106680"/>
                    <a:gd name="csX11" fmla="*/ 84582 w 152018"/>
                    <a:gd name="csY11" fmla="*/ 47816 h 106680"/>
                    <a:gd name="csX12" fmla="*/ 84582 w 152018"/>
                    <a:gd name="csY12" fmla="*/ 106680 h 106680"/>
                    <a:gd name="csX13" fmla="*/ 67437 w 152018"/>
                    <a:gd name="csY13" fmla="*/ 106680 h 106680"/>
                    <a:gd name="csX14" fmla="*/ 67437 w 152018"/>
                    <a:gd name="csY14" fmla="*/ 44387 h 106680"/>
                    <a:gd name="csX15" fmla="*/ 62103 w 152018"/>
                    <a:gd name="csY15" fmla="*/ 22098 h 106680"/>
                    <a:gd name="csX16" fmla="*/ 45720 w 152018"/>
                    <a:gd name="csY16" fmla="*/ 14859 h 106680"/>
                    <a:gd name="csX17" fmla="*/ 24765 w 152018"/>
                    <a:gd name="csY17" fmla="*/ 23813 h 106680"/>
                    <a:gd name="csX18" fmla="*/ 17145 w 152018"/>
                    <a:gd name="csY18" fmla="*/ 47816 h 106680"/>
                    <a:gd name="csX19" fmla="*/ 17145 w 152018"/>
                    <a:gd name="csY19" fmla="*/ 106680 h 106680"/>
                    <a:gd name="csX20" fmla="*/ 0 w 152018"/>
                    <a:gd name="csY20" fmla="*/ 106680 h 106680"/>
                    <a:gd name="csX21" fmla="*/ 0 w 152018"/>
                    <a:gd name="csY21" fmla="*/ 2477 h 106680"/>
                    <a:gd name="csX22" fmla="*/ 17145 w 152018"/>
                    <a:gd name="csY22" fmla="*/ 2477 h 106680"/>
                    <a:gd name="csX23" fmla="*/ 17145 w 152018"/>
                    <a:gd name="csY23" fmla="*/ 18669 h 106680"/>
                    <a:gd name="csX24" fmla="*/ 31242 w 152018"/>
                    <a:gd name="csY24" fmla="*/ 4572 h 106680"/>
                    <a:gd name="csX25" fmla="*/ 50673 w 152018"/>
                    <a:gd name="csY25" fmla="*/ 0 h 106680"/>
                    <a:gd name="csX26" fmla="*/ 69913 w 152018"/>
                    <a:gd name="csY26" fmla="*/ 5715 h 106680"/>
                    <a:gd name="csX27" fmla="*/ 81725 w 152018"/>
                    <a:gd name="csY27" fmla="*/ 22479 h 1066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</a:cxnLst>
                  <a:rect l="l" t="t" r="r" b="b"/>
                  <a:pathLst>
                    <a:path w="152018" h="106680">
                      <a:moveTo>
                        <a:pt x="81725" y="22479"/>
                      </a:moveTo>
                      <a:cubicBezTo>
                        <a:pt x="85916" y="14859"/>
                        <a:pt x="91059" y="9335"/>
                        <a:pt x="96964" y="5525"/>
                      </a:cubicBezTo>
                      <a:cubicBezTo>
                        <a:pt x="102870" y="1905"/>
                        <a:pt x="109918" y="0"/>
                        <a:pt x="118110" y="0"/>
                      </a:cubicBezTo>
                      <a:cubicBezTo>
                        <a:pt x="128778" y="0"/>
                        <a:pt x="137160" y="3810"/>
                        <a:pt x="143066" y="11430"/>
                      </a:cubicBezTo>
                      <a:cubicBezTo>
                        <a:pt x="148971" y="19050"/>
                        <a:pt x="152019" y="29909"/>
                        <a:pt x="152019" y="43815"/>
                      </a:cubicBezTo>
                      <a:lnTo>
                        <a:pt x="152019" y="106680"/>
                      </a:lnTo>
                      <a:lnTo>
                        <a:pt x="134874" y="106680"/>
                      </a:lnTo>
                      <a:lnTo>
                        <a:pt x="134874" y="44387"/>
                      </a:lnTo>
                      <a:cubicBezTo>
                        <a:pt x="134874" y="34481"/>
                        <a:pt x="132969" y="27051"/>
                        <a:pt x="129540" y="22098"/>
                      </a:cubicBezTo>
                      <a:cubicBezTo>
                        <a:pt x="125920" y="17336"/>
                        <a:pt x="120586" y="14859"/>
                        <a:pt x="113347" y="14859"/>
                      </a:cubicBezTo>
                      <a:cubicBezTo>
                        <a:pt x="104394" y="14859"/>
                        <a:pt x="97345" y="17907"/>
                        <a:pt x="92202" y="23813"/>
                      </a:cubicBezTo>
                      <a:cubicBezTo>
                        <a:pt x="87059" y="29718"/>
                        <a:pt x="84582" y="37719"/>
                        <a:pt x="84582" y="47816"/>
                      </a:cubicBezTo>
                      <a:lnTo>
                        <a:pt x="84582" y="106680"/>
                      </a:lnTo>
                      <a:lnTo>
                        <a:pt x="67437" y="106680"/>
                      </a:lnTo>
                      <a:lnTo>
                        <a:pt x="67437" y="44387"/>
                      </a:lnTo>
                      <a:cubicBezTo>
                        <a:pt x="67437" y="34481"/>
                        <a:pt x="65532" y="27051"/>
                        <a:pt x="62103" y="22098"/>
                      </a:cubicBezTo>
                      <a:cubicBezTo>
                        <a:pt x="58484" y="17336"/>
                        <a:pt x="52959" y="14859"/>
                        <a:pt x="45720" y="14859"/>
                      </a:cubicBezTo>
                      <a:cubicBezTo>
                        <a:pt x="36957" y="14859"/>
                        <a:pt x="29909" y="17907"/>
                        <a:pt x="24765" y="23813"/>
                      </a:cubicBezTo>
                      <a:cubicBezTo>
                        <a:pt x="19621" y="29718"/>
                        <a:pt x="17145" y="37719"/>
                        <a:pt x="17145" y="47816"/>
                      </a:cubicBezTo>
                      <a:lnTo>
                        <a:pt x="17145" y="106680"/>
                      </a:lnTo>
                      <a:lnTo>
                        <a:pt x="0" y="106680"/>
                      </a:lnTo>
                      <a:lnTo>
                        <a:pt x="0" y="2477"/>
                      </a:lnTo>
                      <a:lnTo>
                        <a:pt x="17145" y="2477"/>
                      </a:lnTo>
                      <a:lnTo>
                        <a:pt x="17145" y="18669"/>
                      </a:lnTo>
                      <a:cubicBezTo>
                        <a:pt x="20955" y="12383"/>
                        <a:pt x="25718" y="7620"/>
                        <a:pt x="31242" y="4572"/>
                      </a:cubicBezTo>
                      <a:cubicBezTo>
                        <a:pt x="36576" y="1524"/>
                        <a:pt x="43053" y="0"/>
                        <a:pt x="50673" y="0"/>
                      </a:cubicBezTo>
                      <a:cubicBezTo>
                        <a:pt x="58293" y="0"/>
                        <a:pt x="64579" y="1905"/>
                        <a:pt x="69913" y="5715"/>
                      </a:cubicBezTo>
                      <a:cubicBezTo>
                        <a:pt x="75247" y="9525"/>
                        <a:pt x="79057" y="15240"/>
                        <a:pt x="81725" y="2247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67" name="任意多边形: 形状 1266">
                  <a:extLst>
                    <a:ext uri="{FF2B5EF4-FFF2-40B4-BE49-F238E27FC236}">
                      <a16:creationId xmlns:a16="http://schemas.microsoft.com/office/drawing/2014/main" id="{920C76B8-434A-2D0E-98EE-DAF64ED07B1B}"/>
                    </a:ext>
                  </a:extLst>
                </p:cNvPr>
                <p:cNvSpPr/>
                <p:nvPr/>
              </p:nvSpPr>
              <p:spPr>
                <a:xfrm>
                  <a:off x="11068398" y="5071823"/>
                  <a:ext cx="87249" cy="109156"/>
                </a:xfrm>
                <a:custGeom>
                  <a:avLst/>
                  <a:gdLst>
                    <a:gd name="csX0" fmla="*/ 43053 w 87249"/>
                    <a:gd name="csY0" fmla="*/ 0 h 109156"/>
                    <a:gd name="csX1" fmla="*/ 43053 w 87249"/>
                    <a:gd name="csY1" fmla="*/ 0 h 109156"/>
                    <a:gd name="csX2" fmla="*/ 0 w 87249"/>
                    <a:gd name="csY2" fmla="*/ 65532 h 109156"/>
                    <a:gd name="csX3" fmla="*/ 0 w 87249"/>
                    <a:gd name="csY3" fmla="*/ 2477 h 109156"/>
                    <a:gd name="csX4" fmla="*/ 17145 w 87249"/>
                    <a:gd name="csY4" fmla="*/ 2477 h 109156"/>
                    <a:gd name="csX5" fmla="*/ 17145 w 87249"/>
                    <a:gd name="csY5" fmla="*/ 64961 h 109156"/>
                    <a:gd name="csX6" fmla="*/ 22860 w 87249"/>
                    <a:gd name="csY6" fmla="*/ 87059 h 109156"/>
                    <a:gd name="csX7" fmla="*/ 40196 w 87249"/>
                    <a:gd name="csY7" fmla="*/ 94488 h 109156"/>
                    <a:gd name="csX8" fmla="*/ 62103 w 87249"/>
                    <a:gd name="csY8" fmla="*/ 85725 h 109156"/>
                    <a:gd name="csX9" fmla="*/ 70104 w 87249"/>
                    <a:gd name="csY9" fmla="*/ 61532 h 109156"/>
                    <a:gd name="csX10" fmla="*/ 70104 w 87249"/>
                    <a:gd name="csY10" fmla="*/ 2477 h 109156"/>
                    <a:gd name="csX11" fmla="*/ 87249 w 87249"/>
                    <a:gd name="csY11" fmla="*/ 2477 h 109156"/>
                    <a:gd name="csX12" fmla="*/ 87249 w 87249"/>
                    <a:gd name="csY12" fmla="*/ 106680 h 109156"/>
                    <a:gd name="csX13" fmla="*/ 70104 w 87249"/>
                    <a:gd name="csY13" fmla="*/ 106680 h 109156"/>
                    <a:gd name="csX14" fmla="*/ 70104 w 87249"/>
                    <a:gd name="csY14" fmla="*/ 90678 h 109156"/>
                    <a:gd name="csX15" fmla="*/ 55626 w 87249"/>
                    <a:gd name="csY15" fmla="*/ 104775 h 109156"/>
                    <a:gd name="csX16" fmla="*/ 36576 w 87249"/>
                    <a:gd name="csY16" fmla="*/ 109157 h 109156"/>
                    <a:gd name="csX17" fmla="*/ 9334 w 87249"/>
                    <a:gd name="csY17" fmla="*/ 98108 h 109156"/>
                    <a:gd name="csX18" fmla="*/ 0 w 87249"/>
                    <a:gd name="csY18" fmla="*/ 65532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87249" h="109156">
                      <a:moveTo>
                        <a:pt x="43053" y="0"/>
                      </a:moveTo>
                      <a:lnTo>
                        <a:pt x="43053" y="0"/>
                      </a:lnTo>
                      <a:close/>
                      <a:moveTo>
                        <a:pt x="0" y="65532"/>
                      </a:moveTo>
                      <a:lnTo>
                        <a:pt x="0" y="2477"/>
                      </a:lnTo>
                      <a:lnTo>
                        <a:pt x="17145" y="2477"/>
                      </a:lnTo>
                      <a:lnTo>
                        <a:pt x="17145" y="64961"/>
                      </a:lnTo>
                      <a:cubicBezTo>
                        <a:pt x="17145" y="74867"/>
                        <a:pt x="19050" y="82106"/>
                        <a:pt x="22860" y="87059"/>
                      </a:cubicBezTo>
                      <a:cubicBezTo>
                        <a:pt x="26670" y="92012"/>
                        <a:pt x="32385" y="94488"/>
                        <a:pt x="40196" y="94488"/>
                      </a:cubicBezTo>
                      <a:cubicBezTo>
                        <a:pt x="49339" y="94488"/>
                        <a:pt x="56769" y="91631"/>
                        <a:pt x="62103" y="85725"/>
                      </a:cubicBezTo>
                      <a:cubicBezTo>
                        <a:pt x="67437" y="79820"/>
                        <a:pt x="70104" y="71819"/>
                        <a:pt x="70104" y="61532"/>
                      </a:cubicBezTo>
                      <a:lnTo>
                        <a:pt x="70104" y="2477"/>
                      </a:lnTo>
                      <a:lnTo>
                        <a:pt x="87249" y="2477"/>
                      </a:lnTo>
                      <a:lnTo>
                        <a:pt x="87249" y="106680"/>
                      </a:lnTo>
                      <a:lnTo>
                        <a:pt x="70104" y="106680"/>
                      </a:lnTo>
                      <a:lnTo>
                        <a:pt x="70104" y="90678"/>
                      </a:lnTo>
                      <a:cubicBezTo>
                        <a:pt x="65913" y="97155"/>
                        <a:pt x="60960" y="101727"/>
                        <a:pt x="55626" y="104775"/>
                      </a:cubicBezTo>
                      <a:cubicBezTo>
                        <a:pt x="50102" y="107633"/>
                        <a:pt x="43815" y="109157"/>
                        <a:pt x="36576" y="109157"/>
                      </a:cubicBezTo>
                      <a:cubicBezTo>
                        <a:pt x="24575" y="109157"/>
                        <a:pt x="15430" y="105537"/>
                        <a:pt x="9334" y="98108"/>
                      </a:cubicBezTo>
                      <a:cubicBezTo>
                        <a:pt x="3048" y="90869"/>
                        <a:pt x="0" y="80010"/>
                        <a:pt x="0" y="6553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68" name="任意多边形: 形状 1267">
                  <a:extLst>
                    <a:ext uri="{FF2B5EF4-FFF2-40B4-BE49-F238E27FC236}">
                      <a16:creationId xmlns:a16="http://schemas.microsoft.com/office/drawing/2014/main" id="{9F9769B1-1FED-FB6D-65D5-E474D48C12AB}"/>
                    </a:ext>
                  </a:extLst>
                </p:cNvPr>
                <p:cNvSpPr/>
                <p:nvPr/>
              </p:nvSpPr>
              <p:spPr>
                <a:xfrm>
                  <a:off x="11178127" y="5044772"/>
                  <a:ext cx="64960" cy="133731"/>
                </a:xfrm>
                <a:custGeom>
                  <a:avLst/>
                  <a:gdLst>
                    <a:gd name="csX0" fmla="*/ 29718 w 64960"/>
                    <a:gd name="csY0" fmla="*/ 0 h 133731"/>
                    <a:gd name="csX1" fmla="*/ 29718 w 64960"/>
                    <a:gd name="csY1" fmla="*/ 29528 h 133731"/>
                    <a:gd name="csX2" fmla="*/ 64961 w 64960"/>
                    <a:gd name="csY2" fmla="*/ 29528 h 133731"/>
                    <a:gd name="csX3" fmla="*/ 64961 w 64960"/>
                    <a:gd name="csY3" fmla="*/ 42863 h 133731"/>
                    <a:gd name="csX4" fmla="*/ 29718 w 64960"/>
                    <a:gd name="csY4" fmla="*/ 42863 h 133731"/>
                    <a:gd name="csX5" fmla="*/ 29718 w 64960"/>
                    <a:gd name="csY5" fmla="*/ 99441 h 133731"/>
                    <a:gd name="csX6" fmla="*/ 33147 w 64960"/>
                    <a:gd name="csY6" fmla="*/ 115824 h 133731"/>
                    <a:gd name="csX7" fmla="*/ 47434 w 64960"/>
                    <a:gd name="csY7" fmla="*/ 119444 h 133731"/>
                    <a:gd name="csX8" fmla="*/ 64961 w 64960"/>
                    <a:gd name="csY8" fmla="*/ 119444 h 133731"/>
                    <a:gd name="csX9" fmla="*/ 64961 w 64960"/>
                    <a:gd name="csY9" fmla="*/ 133731 h 133731"/>
                    <a:gd name="csX10" fmla="*/ 47434 w 64960"/>
                    <a:gd name="csY10" fmla="*/ 133731 h 133731"/>
                    <a:gd name="csX11" fmla="*/ 20002 w 64960"/>
                    <a:gd name="csY11" fmla="*/ 126302 h 133731"/>
                    <a:gd name="csX12" fmla="*/ 12573 w 64960"/>
                    <a:gd name="csY12" fmla="*/ 99441 h 133731"/>
                    <a:gd name="csX13" fmla="*/ 12573 w 64960"/>
                    <a:gd name="csY13" fmla="*/ 42863 h 133731"/>
                    <a:gd name="csX14" fmla="*/ 0 w 64960"/>
                    <a:gd name="csY14" fmla="*/ 42863 h 133731"/>
                    <a:gd name="csX15" fmla="*/ 0 w 64960"/>
                    <a:gd name="csY15" fmla="*/ 29528 h 133731"/>
                    <a:gd name="csX16" fmla="*/ 12573 w 64960"/>
                    <a:gd name="csY16" fmla="*/ 29528 h 133731"/>
                    <a:gd name="csX17" fmla="*/ 12573 w 64960"/>
                    <a:gd name="csY17" fmla="*/ 0 h 133731"/>
                    <a:gd name="csX18" fmla="*/ 29718 w 64960"/>
                    <a:gd name="csY18" fmla="*/ 0 h 1337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64960" h="133731">
                      <a:moveTo>
                        <a:pt x="29718" y="0"/>
                      </a:moveTo>
                      <a:lnTo>
                        <a:pt x="29718" y="29528"/>
                      </a:lnTo>
                      <a:lnTo>
                        <a:pt x="64961" y="29528"/>
                      </a:lnTo>
                      <a:lnTo>
                        <a:pt x="64961" y="42863"/>
                      </a:lnTo>
                      <a:lnTo>
                        <a:pt x="29718" y="42863"/>
                      </a:lnTo>
                      <a:lnTo>
                        <a:pt x="29718" y="99441"/>
                      </a:lnTo>
                      <a:cubicBezTo>
                        <a:pt x="29718" y="108014"/>
                        <a:pt x="30861" y="113538"/>
                        <a:pt x="33147" y="115824"/>
                      </a:cubicBezTo>
                      <a:cubicBezTo>
                        <a:pt x="35433" y="118301"/>
                        <a:pt x="40195" y="119444"/>
                        <a:pt x="47434" y="119444"/>
                      </a:cubicBezTo>
                      <a:lnTo>
                        <a:pt x="64961" y="119444"/>
                      </a:lnTo>
                      <a:lnTo>
                        <a:pt x="64961" y="133731"/>
                      </a:lnTo>
                      <a:lnTo>
                        <a:pt x="47434" y="133731"/>
                      </a:lnTo>
                      <a:cubicBezTo>
                        <a:pt x="34099" y="133731"/>
                        <a:pt x="24955" y="131255"/>
                        <a:pt x="20002" y="126302"/>
                      </a:cubicBezTo>
                      <a:cubicBezTo>
                        <a:pt x="15049" y="121349"/>
                        <a:pt x="12573" y="112395"/>
                        <a:pt x="12573" y="99441"/>
                      </a:cubicBezTo>
                      <a:lnTo>
                        <a:pt x="12573" y="42863"/>
                      </a:lnTo>
                      <a:lnTo>
                        <a:pt x="0" y="42863"/>
                      </a:lnTo>
                      <a:lnTo>
                        <a:pt x="0" y="29528"/>
                      </a:lnTo>
                      <a:lnTo>
                        <a:pt x="12573" y="29528"/>
                      </a:lnTo>
                      <a:lnTo>
                        <a:pt x="12573" y="0"/>
                      </a:lnTo>
                      <a:lnTo>
                        <a:pt x="2971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69" name="任意多边形: 形状 1268">
                  <a:extLst>
                    <a:ext uri="{FF2B5EF4-FFF2-40B4-BE49-F238E27FC236}">
                      <a16:creationId xmlns:a16="http://schemas.microsoft.com/office/drawing/2014/main" id="{7588F994-C5FA-E9B4-E191-249101ECD802}"/>
                    </a:ext>
                  </a:extLst>
                </p:cNvPr>
                <p:cNvSpPr/>
                <p:nvPr/>
              </p:nvSpPr>
              <p:spPr>
                <a:xfrm>
                  <a:off x="11259089" y="5071823"/>
                  <a:ext cx="88010" cy="109156"/>
                </a:xfrm>
                <a:custGeom>
                  <a:avLst/>
                  <a:gdLst>
                    <a:gd name="csX0" fmla="*/ 88011 w 88010"/>
                    <a:gd name="csY0" fmla="*/ 47244 h 109156"/>
                    <a:gd name="csX1" fmla="*/ 88011 w 88010"/>
                    <a:gd name="csY1" fmla="*/ 106680 h 109156"/>
                    <a:gd name="csX2" fmla="*/ 70866 w 88010"/>
                    <a:gd name="csY2" fmla="*/ 106680 h 109156"/>
                    <a:gd name="csX3" fmla="*/ 70866 w 88010"/>
                    <a:gd name="csY3" fmla="*/ 90869 h 109156"/>
                    <a:gd name="csX4" fmla="*/ 56197 w 88010"/>
                    <a:gd name="csY4" fmla="*/ 104775 h 109156"/>
                    <a:gd name="csX5" fmla="*/ 34861 w 88010"/>
                    <a:gd name="csY5" fmla="*/ 109157 h 109156"/>
                    <a:gd name="csX6" fmla="*/ 9334 w 88010"/>
                    <a:gd name="csY6" fmla="*/ 100394 h 109156"/>
                    <a:gd name="csX7" fmla="*/ 0 w 88010"/>
                    <a:gd name="csY7" fmla="*/ 76391 h 109156"/>
                    <a:gd name="csX8" fmla="*/ 11811 w 88010"/>
                    <a:gd name="csY8" fmla="*/ 49911 h 109156"/>
                    <a:gd name="csX9" fmla="*/ 46863 w 88010"/>
                    <a:gd name="csY9" fmla="*/ 40958 h 109156"/>
                    <a:gd name="csX10" fmla="*/ 70866 w 88010"/>
                    <a:gd name="csY10" fmla="*/ 40958 h 109156"/>
                    <a:gd name="csX11" fmla="*/ 70866 w 88010"/>
                    <a:gd name="csY11" fmla="*/ 39243 h 109156"/>
                    <a:gd name="csX12" fmla="*/ 63055 w 88010"/>
                    <a:gd name="csY12" fmla="*/ 20955 h 109156"/>
                    <a:gd name="csX13" fmla="*/ 41338 w 88010"/>
                    <a:gd name="csY13" fmla="*/ 14478 h 109156"/>
                    <a:gd name="csX14" fmla="*/ 23813 w 88010"/>
                    <a:gd name="csY14" fmla="*/ 16764 h 109156"/>
                    <a:gd name="csX15" fmla="*/ 7620 w 88010"/>
                    <a:gd name="csY15" fmla="*/ 23051 h 109156"/>
                    <a:gd name="csX16" fmla="*/ 7620 w 88010"/>
                    <a:gd name="csY16" fmla="*/ 7239 h 109156"/>
                    <a:gd name="csX17" fmla="*/ 25718 w 88010"/>
                    <a:gd name="csY17" fmla="*/ 1905 h 109156"/>
                    <a:gd name="csX18" fmla="*/ 43053 w 88010"/>
                    <a:gd name="csY18" fmla="*/ 0 h 109156"/>
                    <a:gd name="csX19" fmla="*/ 76771 w 88010"/>
                    <a:gd name="csY19" fmla="*/ 11811 h 109156"/>
                    <a:gd name="csX20" fmla="*/ 88011 w 88010"/>
                    <a:gd name="csY20" fmla="*/ 47244 h 109156"/>
                    <a:gd name="csX21" fmla="*/ 53911 w 88010"/>
                    <a:gd name="csY21" fmla="*/ 54293 h 109156"/>
                    <a:gd name="csX22" fmla="*/ 25146 w 88010"/>
                    <a:gd name="csY22" fmla="*/ 59055 h 109156"/>
                    <a:gd name="csX23" fmla="*/ 17145 w 88010"/>
                    <a:gd name="csY23" fmla="*/ 75248 h 109156"/>
                    <a:gd name="csX24" fmla="*/ 23050 w 88010"/>
                    <a:gd name="csY24" fmla="*/ 89726 h 109156"/>
                    <a:gd name="csX25" fmla="*/ 39434 w 88010"/>
                    <a:gd name="csY25" fmla="*/ 95060 h 109156"/>
                    <a:gd name="csX26" fmla="*/ 62293 w 88010"/>
                    <a:gd name="csY26" fmla="*/ 84963 h 109156"/>
                    <a:gd name="csX27" fmla="*/ 70866 w 88010"/>
                    <a:gd name="csY27" fmla="*/ 58103 h 109156"/>
                    <a:gd name="csX28" fmla="*/ 70866 w 88010"/>
                    <a:gd name="csY28" fmla="*/ 54293 h 109156"/>
                    <a:gd name="csX29" fmla="*/ 53911 w 88010"/>
                    <a:gd name="csY29" fmla="*/ 54293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</a:cxnLst>
                  <a:rect l="l" t="t" r="r" b="b"/>
                  <a:pathLst>
                    <a:path w="88010" h="109156">
                      <a:moveTo>
                        <a:pt x="88011" y="47244"/>
                      </a:moveTo>
                      <a:lnTo>
                        <a:pt x="88011" y="106680"/>
                      </a:lnTo>
                      <a:lnTo>
                        <a:pt x="70866" y="106680"/>
                      </a:lnTo>
                      <a:lnTo>
                        <a:pt x="70866" y="90869"/>
                      </a:lnTo>
                      <a:cubicBezTo>
                        <a:pt x="66865" y="97346"/>
                        <a:pt x="61913" y="101918"/>
                        <a:pt x="56197" y="104775"/>
                      </a:cubicBezTo>
                      <a:cubicBezTo>
                        <a:pt x="50482" y="107633"/>
                        <a:pt x="43243" y="109157"/>
                        <a:pt x="34861" y="109157"/>
                      </a:cubicBezTo>
                      <a:cubicBezTo>
                        <a:pt x="24193" y="109157"/>
                        <a:pt x="15621" y="106299"/>
                        <a:pt x="9334" y="100394"/>
                      </a:cubicBezTo>
                      <a:cubicBezTo>
                        <a:pt x="3048" y="94488"/>
                        <a:pt x="0" y="86487"/>
                        <a:pt x="0" y="76391"/>
                      </a:cubicBezTo>
                      <a:cubicBezTo>
                        <a:pt x="0" y="64770"/>
                        <a:pt x="3810" y="56007"/>
                        <a:pt x="11811" y="49911"/>
                      </a:cubicBezTo>
                      <a:cubicBezTo>
                        <a:pt x="19621" y="44006"/>
                        <a:pt x="31242" y="40958"/>
                        <a:pt x="46863" y="40958"/>
                      </a:cubicBezTo>
                      <a:lnTo>
                        <a:pt x="70866" y="40958"/>
                      </a:lnTo>
                      <a:lnTo>
                        <a:pt x="70866" y="39243"/>
                      </a:lnTo>
                      <a:cubicBezTo>
                        <a:pt x="70866" y="31433"/>
                        <a:pt x="68199" y="25336"/>
                        <a:pt x="63055" y="20955"/>
                      </a:cubicBezTo>
                      <a:cubicBezTo>
                        <a:pt x="57912" y="16764"/>
                        <a:pt x="50673" y="14478"/>
                        <a:pt x="41338" y="14478"/>
                      </a:cubicBezTo>
                      <a:cubicBezTo>
                        <a:pt x="35243" y="14478"/>
                        <a:pt x="29527" y="15240"/>
                        <a:pt x="23813" y="16764"/>
                      </a:cubicBezTo>
                      <a:cubicBezTo>
                        <a:pt x="18097" y="18288"/>
                        <a:pt x="12763" y="20384"/>
                        <a:pt x="7620" y="23051"/>
                      </a:cubicBezTo>
                      <a:lnTo>
                        <a:pt x="7620" y="7239"/>
                      </a:lnTo>
                      <a:cubicBezTo>
                        <a:pt x="13716" y="4953"/>
                        <a:pt x="19812" y="3048"/>
                        <a:pt x="25718" y="1905"/>
                      </a:cubicBezTo>
                      <a:cubicBezTo>
                        <a:pt x="31623" y="762"/>
                        <a:pt x="37338" y="0"/>
                        <a:pt x="43053" y="0"/>
                      </a:cubicBezTo>
                      <a:cubicBezTo>
                        <a:pt x="58102" y="0"/>
                        <a:pt x="69342" y="4001"/>
                        <a:pt x="76771" y="11811"/>
                      </a:cubicBezTo>
                      <a:cubicBezTo>
                        <a:pt x="84201" y="19622"/>
                        <a:pt x="88011" y="31433"/>
                        <a:pt x="88011" y="47244"/>
                      </a:cubicBezTo>
                      <a:close/>
                      <a:moveTo>
                        <a:pt x="53911" y="54293"/>
                      </a:moveTo>
                      <a:cubicBezTo>
                        <a:pt x="40005" y="54293"/>
                        <a:pt x="30480" y="56007"/>
                        <a:pt x="25146" y="59055"/>
                      </a:cubicBezTo>
                      <a:cubicBezTo>
                        <a:pt x="19812" y="62294"/>
                        <a:pt x="17145" y="67628"/>
                        <a:pt x="17145" y="75248"/>
                      </a:cubicBezTo>
                      <a:cubicBezTo>
                        <a:pt x="17145" y="81344"/>
                        <a:pt x="19050" y="86297"/>
                        <a:pt x="23050" y="89726"/>
                      </a:cubicBezTo>
                      <a:cubicBezTo>
                        <a:pt x="27051" y="93345"/>
                        <a:pt x="32575" y="95060"/>
                        <a:pt x="39434" y="95060"/>
                      </a:cubicBezTo>
                      <a:cubicBezTo>
                        <a:pt x="48959" y="95060"/>
                        <a:pt x="56579" y="91821"/>
                        <a:pt x="62293" y="84963"/>
                      </a:cubicBezTo>
                      <a:cubicBezTo>
                        <a:pt x="68009" y="78296"/>
                        <a:pt x="70866" y="69342"/>
                        <a:pt x="70866" y="58103"/>
                      </a:cubicBezTo>
                      <a:lnTo>
                        <a:pt x="70866" y="54293"/>
                      </a:lnTo>
                      <a:lnTo>
                        <a:pt x="53911" y="542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70" name="任意多边形: 形状 1269">
                  <a:extLst>
                    <a:ext uri="{FF2B5EF4-FFF2-40B4-BE49-F238E27FC236}">
                      <a16:creationId xmlns:a16="http://schemas.microsoft.com/office/drawing/2014/main" id="{86C2E157-3F01-2476-A4C9-8CF5BC48F76D}"/>
                    </a:ext>
                  </a:extLst>
                </p:cNvPr>
                <p:cNvSpPr/>
                <p:nvPr/>
              </p:nvSpPr>
              <p:spPr>
                <a:xfrm>
                  <a:off x="11369674" y="5044772"/>
                  <a:ext cx="64960" cy="133731"/>
                </a:xfrm>
                <a:custGeom>
                  <a:avLst/>
                  <a:gdLst>
                    <a:gd name="csX0" fmla="*/ 29718 w 64960"/>
                    <a:gd name="csY0" fmla="*/ 0 h 133731"/>
                    <a:gd name="csX1" fmla="*/ 29718 w 64960"/>
                    <a:gd name="csY1" fmla="*/ 29528 h 133731"/>
                    <a:gd name="csX2" fmla="*/ 64961 w 64960"/>
                    <a:gd name="csY2" fmla="*/ 29528 h 133731"/>
                    <a:gd name="csX3" fmla="*/ 64961 w 64960"/>
                    <a:gd name="csY3" fmla="*/ 42863 h 133731"/>
                    <a:gd name="csX4" fmla="*/ 29718 w 64960"/>
                    <a:gd name="csY4" fmla="*/ 42863 h 133731"/>
                    <a:gd name="csX5" fmla="*/ 29718 w 64960"/>
                    <a:gd name="csY5" fmla="*/ 99441 h 133731"/>
                    <a:gd name="csX6" fmla="*/ 33147 w 64960"/>
                    <a:gd name="csY6" fmla="*/ 115824 h 133731"/>
                    <a:gd name="csX7" fmla="*/ 47434 w 64960"/>
                    <a:gd name="csY7" fmla="*/ 119444 h 133731"/>
                    <a:gd name="csX8" fmla="*/ 64961 w 64960"/>
                    <a:gd name="csY8" fmla="*/ 119444 h 133731"/>
                    <a:gd name="csX9" fmla="*/ 64961 w 64960"/>
                    <a:gd name="csY9" fmla="*/ 133731 h 133731"/>
                    <a:gd name="csX10" fmla="*/ 47434 w 64960"/>
                    <a:gd name="csY10" fmla="*/ 133731 h 133731"/>
                    <a:gd name="csX11" fmla="*/ 20002 w 64960"/>
                    <a:gd name="csY11" fmla="*/ 126302 h 133731"/>
                    <a:gd name="csX12" fmla="*/ 12573 w 64960"/>
                    <a:gd name="csY12" fmla="*/ 99441 h 133731"/>
                    <a:gd name="csX13" fmla="*/ 12573 w 64960"/>
                    <a:gd name="csY13" fmla="*/ 42863 h 133731"/>
                    <a:gd name="csX14" fmla="*/ 0 w 64960"/>
                    <a:gd name="csY14" fmla="*/ 42863 h 133731"/>
                    <a:gd name="csX15" fmla="*/ 0 w 64960"/>
                    <a:gd name="csY15" fmla="*/ 29528 h 133731"/>
                    <a:gd name="csX16" fmla="*/ 12573 w 64960"/>
                    <a:gd name="csY16" fmla="*/ 29528 h 133731"/>
                    <a:gd name="csX17" fmla="*/ 12573 w 64960"/>
                    <a:gd name="csY17" fmla="*/ 0 h 133731"/>
                    <a:gd name="csX18" fmla="*/ 29718 w 64960"/>
                    <a:gd name="csY18" fmla="*/ 0 h 1337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64960" h="133731">
                      <a:moveTo>
                        <a:pt x="29718" y="0"/>
                      </a:moveTo>
                      <a:lnTo>
                        <a:pt x="29718" y="29528"/>
                      </a:lnTo>
                      <a:lnTo>
                        <a:pt x="64961" y="29528"/>
                      </a:lnTo>
                      <a:lnTo>
                        <a:pt x="64961" y="42863"/>
                      </a:lnTo>
                      <a:lnTo>
                        <a:pt x="29718" y="42863"/>
                      </a:lnTo>
                      <a:lnTo>
                        <a:pt x="29718" y="99441"/>
                      </a:lnTo>
                      <a:cubicBezTo>
                        <a:pt x="29718" y="108014"/>
                        <a:pt x="30861" y="113538"/>
                        <a:pt x="33147" y="115824"/>
                      </a:cubicBezTo>
                      <a:cubicBezTo>
                        <a:pt x="35433" y="118301"/>
                        <a:pt x="40195" y="119444"/>
                        <a:pt x="47434" y="119444"/>
                      </a:cubicBezTo>
                      <a:lnTo>
                        <a:pt x="64961" y="119444"/>
                      </a:lnTo>
                      <a:lnTo>
                        <a:pt x="64961" y="133731"/>
                      </a:lnTo>
                      <a:lnTo>
                        <a:pt x="47434" y="133731"/>
                      </a:lnTo>
                      <a:cubicBezTo>
                        <a:pt x="34100" y="133731"/>
                        <a:pt x="24955" y="131255"/>
                        <a:pt x="20002" y="126302"/>
                      </a:cubicBezTo>
                      <a:cubicBezTo>
                        <a:pt x="15050" y="121349"/>
                        <a:pt x="12573" y="112395"/>
                        <a:pt x="12573" y="99441"/>
                      </a:cubicBezTo>
                      <a:lnTo>
                        <a:pt x="12573" y="42863"/>
                      </a:lnTo>
                      <a:lnTo>
                        <a:pt x="0" y="42863"/>
                      </a:lnTo>
                      <a:lnTo>
                        <a:pt x="0" y="29528"/>
                      </a:lnTo>
                      <a:lnTo>
                        <a:pt x="12573" y="29528"/>
                      </a:lnTo>
                      <a:lnTo>
                        <a:pt x="12573" y="0"/>
                      </a:lnTo>
                      <a:lnTo>
                        <a:pt x="2971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71" name="任意多边形: 形状 1270">
                  <a:extLst>
                    <a:ext uri="{FF2B5EF4-FFF2-40B4-BE49-F238E27FC236}">
                      <a16:creationId xmlns:a16="http://schemas.microsoft.com/office/drawing/2014/main" id="{E32B3B97-CB37-5F56-B11A-8904684A885F}"/>
                    </a:ext>
                  </a:extLst>
                </p:cNvPr>
                <p:cNvSpPr/>
                <p:nvPr/>
              </p:nvSpPr>
              <p:spPr>
                <a:xfrm>
                  <a:off x="11449684" y="5071823"/>
                  <a:ext cx="96583" cy="109156"/>
                </a:xfrm>
                <a:custGeom>
                  <a:avLst/>
                  <a:gdLst>
                    <a:gd name="csX0" fmla="*/ 79438 w 96583"/>
                    <a:gd name="csY0" fmla="*/ 45339 h 109156"/>
                    <a:gd name="csX1" fmla="*/ 71628 w 96583"/>
                    <a:gd name="csY1" fmla="*/ 22860 h 109156"/>
                    <a:gd name="csX2" fmla="*/ 51245 w 96583"/>
                    <a:gd name="csY2" fmla="*/ 14478 h 109156"/>
                    <a:gd name="csX3" fmla="*/ 28384 w 96583"/>
                    <a:gd name="csY3" fmla="*/ 22670 h 109156"/>
                    <a:gd name="csX4" fmla="*/ 18479 w 96583"/>
                    <a:gd name="csY4" fmla="*/ 45339 h 109156"/>
                    <a:gd name="csX5" fmla="*/ 79438 w 96583"/>
                    <a:gd name="csY5" fmla="*/ 45339 h 109156"/>
                    <a:gd name="csX6" fmla="*/ 96583 w 96583"/>
                    <a:gd name="csY6" fmla="*/ 50292 h 109156"/>
                    <a:gd name="csX7" fmla="*/ 96583 w 96583"/>
                    <a:gd name="csY7" fmla="*/ 58674 h 109156"/>
                    <a:gd name="csX8" fmla="*/ 17907 w 96583"/>
                    <a:gd name="csY8" fmla="*/ 58674 h 109156"/>
                    <a:gd name="csX9" fmla="*/ 28575 w 96583"/>
                    <a:gd name="csY9" fmla="*/ 85725 h 109156"/>
                    <a:gd name="csX10" fmla="*/ 55054 w 96583"/>
                    <a:gd name="csY10" fmla="*/ 94869 h 109156"/>
                    <a:gd name="csX11" fmla="*/ 74104 w 96583"/>
                    <a:gd name="csY11" fmla="*/ 92583 h 109156"/>
                    <a:gd name="csX12" fmla="*/ 92583 w 96583"/>
                    <a:gd name="csY12" fmla="*/ 85154 h 109156"/>
                    <a:gd name="csX13" fmla="*/ 92583 w 96583"/>
                    <a:gd name="csY13" fmla="*/ 101346 h 109156"/>
                    <a:gd name="csX14" fmla="*/ 73723 w 96583"/>
                    <a:gd name="csY14" fmla="*/ 107252 h 109156"/>
                    <a:gd name="csX15" fmla="*/ 54102 w 96583"/>
                    <a:gd name="csY15" fmla="*/ 109157 h 109156"/>
                    <a:gd name="csX16" fmla="*/ 14478 w 96583"/>
                    <a:gd name="csY16" fmla="*/ 94869 h 109156"/>
                    <a:gd name="csX17" fmla="*/ 0 w 96583"/>
                    <a:gd name="csY17" fmla="*/ 55626 h 109156"/>
                    <a:gd name="csX18" fmla="*/ 13716 w 96583"/>
                    <a:gd name="csY18" fmla="*/ 15050 h 109156"/>
                    <a:gd name="csX19" fmla="*/ 51054 w 96583"/>
                    <a:gd name="csY19" fmla="*/ 0 h 109156"/>
                    <a:gd name="csX20" fmla="*/ 84391 w 96583"/>
                    <a:gd name="csY20" fmla="*/ 13526 h 109156"/>
                    <a:gd name="csX21" fmla="*/ 96583 w 96583"/>
                    <a:gd name="csY21" fmla="*/ 50292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96583" h="109156">
                      <a:moveTo>
                        <a:pt x="79438" y="45339"/>
                      </a:moveTo>
                      <a:cubicBezTo>
                        <a:pt x="79247" y="36005"/>
                        <a:pt x="76581" y="28575"/>
                        <a:pt x="71628" y="22860"/>
                      </a:cubicBezTo>
                      <a:cubicBezTo>
                        <a:pt x="66484" y="17336"/>
                        <a:pt x="59626" y="14478"/>
                        <a:pt x="51245" y="14478"/>
                      </a:cubicBezTo>
                      <a:cubicBezTo>
                        <a:pt x="41720" y="14478"/>
                        <a:pt x="34099" y="17336"/>
                        <a:pt x="28384" y="22670"/>
                      </a:cubicBezTo>
                      <a:cubicBezTo>
                        <a:pt x="22670" y="28004"/>
                        <a:pt x="19240" y="35624"/>
                        <a:pt x="18479" y="45339"/>
                      </a:cubicBezTo>
                      <a:lnTo>
                        <a:pt x="79438" y="45339"/>
                      </a:lnTo>
                      <a:close/>
                      <a:moveTo>
                        <a:pt x="96583" y="50292"/>
                      </a:moveTo>
                      <a:lnTo>
                        <a:pt x="96583" y="58674"/>
                      </a:lnTo>
                      <a:lnTo>
                        <a:pt x="17907" y="58674"/>
                      </a:lnTo>
                      <a:cubicBezTo>
                        <a:pt x="18669" y="70485"/>
                        <a:pt x="22097" y="79629"/>
                        <a:pt x="28575" y="85725"/>
                      </a:cubicBezTo>
                      <a:cubicBezTo>
                        <a:pt x="34861" y="91821"/>
                        <a:pt x="43624" y="94869"/>
                        <a:pt x="55054" y="94869"/>
                      </a:cubicBezTo>
                      <a:cubicBezTo>
                        <a:pt x="61531" y="94869"/>
                        <a:pt x="68008" y="94107"/>
                        <a:pt x="74104" y="92583"/>
                      </a:cubicBezTo>
                      <a:cubicBezTo>
                        <a:pt x="80200" y="91059"/>
                        <a:pt x="86487" y="88583"/>
                        <a:pt x="92583" y="85154"/>
                      </a:cubicBezTo>
                      <a:lnTo>
                        <a:pt x="92583" y="101346"/>
                      </a:lnTo>
                      <a:cubicBezTo>
                        <a:pt x="86487" y="104013"/>
                        <a:pt x="80200" y="106109"/>
                        <a:pt x="73723" y="107252"/>
                      </a:cubicBezTo>
                      <a:cubicBezTo>
                        <a:pt x="67246" y="108395"/>
                        <a:pt x="60579" y="109157"/>
                        <a:pt x="54102" y="109157"/>
                      </a:cubicBezTo>
                      <a:cubicBezTo>
                        <a:pt x="37338" y="109157"/>
                        <a:pt x="24193" y="104394"/>
                        <a:pt x="14478" y="94869"/>
                      </a:cubicBezTo>
                      <a:cubicBezTo>
                        <a:pt x="4763" y="85344"/>
                        <a:pt x="0" y="72200"/>
                        <a:pt x="0" y="55626"/>
                      </a:cubicBezTo>
                      <a:cubicBezTo>
                        <a:pt x="0" y="39053"/>
                        <a:pt x="4572" y="25146"/>
                        <a:pt x="13716" y="15050"/>
                      </a:cubicBezTo>
                      <a:cubicBezTo>
                        <a:pt x="22860" y="5144"/>
                        <a:pt x="35433" y="0"/>
                        <a:pt x="51054" y="0"/>
                      </a:cubicBezTo>
                      <a:cubicBezTo>
                        <a:pt x="65151" y="0"/>
                        <a:pt x="76200" y="4572"/>
                        <a:pt x="84391" y="13526"/>
                      </a:cubicBezTo>
                      <a:cubicBezTo>
                        <a:pt x="92392" y="22670"/>
                        <a:pt x="96583" y="34862"/>
                        <a:pt x="96583" y="5029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72" name="任意多边形: 形状 1271">
                  <a:extLst>
                    <a:ext uri="{FF2B5EF4-FFF2-40B4-BE49-F238E27FC236}">
                      <a16:creationId xmlns:a16="http://schemas.microsoft.com/office/drawing/2014/main" id="{89B61A84-550C-A950-5E61-4D41AF3BBF39}"/>
                    </a:ext>
                  </a:extLst>
                </p:cNvPr>
                <p:cNvSpPr/>
                <p:nvPr/>
              </p:nvSpPr>
              <p:spPr>
                <a:xfrm>
                  <a:off x="11566842" y="5033723"/>
                  <a:ext cx="93154" cy="147256"/>
                </a:xfrm>
                <a:custGeom>
                  <a:avLst/>
                  <a:gdLst>
                    <a:gd name="csX0" fmla="*/ 17716 w 93154"/>
                    <a:gd name="csY0" fmla="*/ 92774 h 147256"/>
                    <a:gd name="csX1" fmla="*/ 25336 w 93154"/>
                    <a:gd name="csY1" fmla="*/ 122492 h 147256"/>
                    <a:gd name="csX2" fmla="*/ 46672 w 93154"/>
                    <a:gd name="csY2" fmla="*/ 133160 h 147256"/>
                    <a:gd name="csX3" fmla="*/ 68199 w 93154"/>
                    <a:gd name="csY3" fmla="*/ 122492 h 147256"/>
                    <a:gd name="csX4" fmla="*/ 76009 w 93154"/>
                    <a:gd name="csY4" fmla="*/ 92774 h 147256"/>
                    <a:gd name="csX5" fmla="*/ 68199 w 93154"/>
                    <a:gd name="csY5" fmla="*/ 63246 h 147256"/>
                    <a:gd name="csX6" fmla="*/ 46672 w 93154"/>
                    <a:gd name="csY6" fmla="*/ 52388 h 147256"/>
                    <a:gd name="csX7" fmla="*/ 25336 w 93154"/>
                    <a:gd name="csY7" fmla="*/ 63246 h 147256"/>
                    <a:gd name="csX8" fmla="*/ 17716 w 93154"/>
                    <a:gd name="csY8" fmla="*/ 92774 h 147256"/>
                    <a:gd name="csX9" fmla="*/ 76009 w 93154"/>
                    <a:gd name="csY9" fmla="*/ 56388 h 147256"/>
                    <a:gd name="csX10" fmla="*/ 76009 w 93154"/>
                    <a:gd name="csY10" fmla="*/ 0 h 147256"/>
                    <a:gd name="csX11" fmla="*/ 93154 w 93154"/>
                    <a:gd name="csY11" fmla="*/ 0 h 147256"/>
                    <a:gd name="csX12" fmla="*/ 93154 w 93154"/>
                    <a:gd name="csY12" fmla="*/ 144780 h 147256"/>
                    <a:gd name="csX13" fmla="*/ 76009 w 93154"/>
                    <a:gd name="csY13" fmla="*/ 144780 h 147256"/>
                    <a:gd name="csX14" fmla="*/ 76009 w 93154"/>
                    <a:gd name="csY14" fmla="*/ 129159 h 147256"/>
                    <a:gd name="csX15" fmla="*/ 62293 w 93154"/>
                    <a:gd name="csY15" fmla="*/ 142875 h 147256"/>
                    <a:gd name="csX16" fmla="*/ 42672 w 93154"/>
                    <a:gd name="csY16" fmla="*/ 147257 h 147256"/>
                    <a:gd name="csX17" fmla="*/ 11811 w 93154"/>
                    <a:gd name="csY17" fmla="*/ 132398 h 147256"/>
                    <a:gd name="csX18" fmla="*/ 0 w 93154"/>
                    <a:gd name="csY18" fmla="*/ 92774 h 147256"/>
                    <a:gd name="csX19" fmla="*/ 11811 w 93154"/>
                    <a:gd name="csY19" fmla="*/ 53150 h 147256"/>
                    <a:gd name="csX20" fmla="*/ 42672 w 93154"/>
                    <a:gd name="csY20" fmla="*/ 38100 h 147256"/>
                    <a:gd name="csX21" fmla="*/ 62293 w 93154"/>
                    <a:gd name="csY21" fmla="*/ 42672 h 147256"/>
                    <a:gd name="csX22" fmla="*/ 76009 w 93154"/>
                    <a:gd name="csY22" fmla="*/ 56388 h 1472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93154" h="147256">
                      <a:moveTo>
                        <a:pt x="17716" y="92774"/>
                      </a:moveTo>
                      <a:cubicBezTo>
                        <a:pt x="17716" y="105347"/>
                        <a:pt x="20193" y="115253"/>
                        <a:pt x="25336" y="122492"/>
                      </a:cubicBezTo>
                      <a:cubicBezTo>
                        <a:pt x="30480" y="129731"/>
                        <a:pt x="37529" y="133160"/>
                        <a:pt x="46672" y="133160"/>
                      </a:cubicBezTo>
                      <a:cubicBezTo>
                        <a:pt x="55816" y="133160"/>
                        <a:pt x="62865" y="129731"/>
                        <a:pt x="68199" y="122492"/>
                      </a:cubicBezTo>
                      <a:cubicBezTo>
                        <a:pt x="73343" y="115253"/>
                        <a:pt x="76009" y="105347"/>
                        <a:pt x="76009" y="92774"/>
                      </a:cubicBezTo>
                      <a:cubicBezTo>
                        <a:pt x="76009" y="80201"/>
                        <a:pt x="73343" y="70485"/>
                        <a:pt x="68199" y="63246"/>
                      </a:cubicBezTo>
                      <a:cubicBezTo>
                        <a:pt x="62865" y="56007"/>
                        <a:pt x="55816" y="52388"/>
                        <a:pt x="46672" y="52388"/>
                      </a:cubicBezTo>
                      <a:cubicBezTo>
                        <a:pt x="37529" y="52388"/>
                        <a:pt x="30480" y="56007"/>
                        <a:pt x="25336" y="63246"/>
                      </a:cubicBezTo>
                      <a:cubicBezTo>
                        <a:pt x="20193" y="70485"/>
                        <a:pt x="17716" y="80201"/>
                        <a:pt x="17716" y="92774"/>
                      </a:cubicBezTo>
                      <a:close/>
                      <a:moveTo>
                        <a:pt x="76009" y="56388"/>
                      </a:moveTo>
                      <a:lnTo>
                        <a:pt x="76009" y="0"/>
                      </a:lnTo>
                      <a:lnTo>
                        <a:pt x="93154" y="0"/>
                      </a:lnTo>
                      <a:lnTo>
                        <a:pt x="93154" y="144780"/>
                      </a:lnTo>
                      <a:lnTo>
                        <a:pt x="76009" y="144780"/>
                      </a:lnTo>
                      <a:lnTo>
                        <a:pt x="76009" y="129159"/>
                      </a:lnTo>
                      <a:cubicBezTo>
                        <a:pt x="72390" y="135446"/>
                        <a:pt x="67818" y="140018"/>
                        <a:pt x="62293" y="142875"/>
                      </a:cubicBezTo>
                      <a:cubicBezTo>
                        <a:pt x="56769" y="145733"/>
                        <a:pt x="50292" y="147257"/>
                        <a:pt x="42672" y="147257"/>
                      </a:cubicBezTo>
                      <a:cubicBezTo>
                        <a:pt x="30099" y="147257"/>
                        <a:pt x="19812" y="142304"/>
                        <a:pt x="11811" y="132398"/>
                      </a:cubicBezTo>
                      <a:cubicBezTo>
                        <a:pt x="3810" y="122492"/>
                        <a:pt x="0" y="109157"/>
                        <a:pt x="0" y="92774"/>
                      </a:cubicBezTo>
                      <a:cubicBezTo>
                        <a:pt x="0" y="76391"/>
                        <a:pt x="3810" y="63246"/>
                        <a:pt x="11811" y="53150"/>
                      </a:cubicBezTo>
                      <a:cubicBezTo>
                        <a:pt x="19812" y="43244"/>
                        <a:pt x="30099" y="38100"/>
                        <a:pt x="42672" y="38100"/>
                      </a:cubicBezTo>
                      <a:cubicBezTo>
                        <a:pt x="50292" y="38100"/>
                        <a:pt x="56769" y="39624"/>
                        <a:pt x="62293" y="42672"/>
                      </a:cubicBezTo>
                      <a:cubicBezTo>
                        <a:pt x="67818" y="45720"/>
                        <a:pt x="72390" y="50292"/>
                        <a:pt x="76009" y="5638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73" name="任意多边形: 形状 1272">
                  <a:extLst>
                    <a:ext uri="{FF2B5EF4-FFF2-40B4-BE49-F238E27FC236}">
                      <a16:creationId xmlns:a16="http://schemas.microsoft.com/office/drawing/2014/main" id="{BCD06A17-BBD9-F859-4B93-1A2D03859AA0}"/>
                    </a:ext>
                  </a:extLst>
                </p:cNvPr>
                <p:cNvSpPr/>
                <p:nvPr/>
              </p:nvSpPr>
              <p:spPr>
                <a:xfrm>
                  <a:off x="10333259" y="5324808"/>
                  <a:ext cx="381000" cy="133350"/>
                </a:xfrm>
                <a:custGeom>
                  <a:avLst/>
                  <a:gdLst>
                    <a:gd name="csX0" fmla="*/ 0 w 381000"/>
                    <a:gd name="csY0" fmla="*/ 0 h 133350"/>
                    <a:gd name="csX1" fmla="*/ 381000 w 381000"/>
                    <a:gd name="csY1" fmla="*/ 0 h 133350"/>
                    <a:gd name="csX2" fmla="*/ 381000 w 381000"/>
                    <a:gd name="csY2" fmla="*/ 133350 h 133350"/>
                    <a:gd name="csX3" fmla="*/ 0 w 381000"/>
                    <a:gd name="csY3" fmla="*/ 133350 h 1333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81000" h="13335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33350"/>
                      </a:lnTo>
                      <a:lnTo>
                        <a:pt x="0" y="133350"/>
                      </a:lnTo>
                      <a:close/>
                    </a:path>
                  </a:pathLst>
                </a:custGeom>
                <a:solidFill>
                  <a:srgbClr val="3C5488">
                    <a:alpha val="22000"/>
                  </a:srgbClr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74" name="任意多边形: 形状 1273">
                  <a:extLst>
                    <a:ext uri="{FF2B5EF4-FFF2-40B4-BE49-F238E27FC236}">
                      <a16:creationId xmlns:a16="http://schemas.microsoft.com/office/drawing/2014/main" id="{D4BF4893-A883-99E6-881A-AB5A2001D9E6}"/>
                    </a:ext>
                  </a:extLst>
                </p:cNvPr>
                <p:cNvSpPr/>
                <p:nvPr/>
              </p:nvSpPr>
              <p:spPr>
                <a:xfrm>
                  <a:off x="10883995" y="5351478"/>
                  <a:ext cx="152018" cy="106679"/>
                </a:xfrm>
                <a:custGeom>
                  <a:avLst/>
                  <a:gdLst>
                    <a:gd name="csX0" fmla="*/ 81725 w 152018"/>
                    <a:gd name="csY0" fmla="*/ 22479 h 106679"/>
                    <a:gd name="csX1" fmla="*/ 96964 w 152018"/>
                    <a:gd name="csY1" fmla="*/ 5524 h 106679"/>
                    <a:gd name="csX2" fmla="*/ 118110 w 152018"/>
                    <a:gd name="csY2" fmla="*/ 0 h 106679"/>
                    <a:gd name="csX3" fmla="*/ 143066 w 152018"/>
                    <a:gd name="csY3" fmla="*/ 11430 h 106679"/>
                    <a:gd name="csX4" fmla="*/ 152019 w 152018"/>
                    <a:gd name="csY4" fmla="*/ 43815 h 106679"/>
                    <a:gd name="csX5" fmla="*/ 152019 w 152018"/>
                    <a:gd name="csY5" fmla="*/ 106680 h 106679"/>
                    <a:gd name="csX6" fmla="*/ 134874 w 152018"/>
                    <a:gd name="csY6" fmla="*/ 106680 h 106679"/>
                    <a:gd name="csX7" fmla="*/ 134874 w 152018"/>
                    <a:gd name="csY7" fmla="*/ 44386 h 106679"/>
                    <a:gd name="csX8" fmla="*/ 129540 w 152018"/>
                    <a:gd name="csY8" fmla="*/ 22098 h 106679"/>
                    <a:gd name="csX9" fmla="*/ 113347 w 152018"/>
                    <a:gd name="csY9" fmla="*/ 14859 h 106679"/>
                    <a:gd name="csX10" fmla="*/ 92202 w 152018"/>
                    <a:gd name="csY10" fmla="*/ 23813 h 106679"/>
                    <a:gd name="csX11" fmla="*/ 84582 w 152018"/>
                    <a:gd name="csY11" fmla="*/ 47815 h 106679"/>
                    <a:gd name="csX12" fmla="*/ 84582 w 152018"/>
                    <a:gd name="csY12" fmla="*/ 106680 h 106679"/>
                    <a:gd name="csX13" fmla="*/ 67437 w 152018"/>
                    <a:gd name="csY13" fmla="*/ 106680 h 106679"/>
                    <a:gd name="csX14" fmla="*/ 67437 w 152018"/>
                    <a:gd name="csY14" fmla="*/ 44386 h 106679"/>
                    <a:gd name="csX15" fmla="*/ 62103 w 152018"/>
                    <a:gd name="csY15" fmla="*/ 22098 h 106679"/>
                    <a:gd name="csX16" fmla="*/ 45720 w 152018"/>
                    <a:gd name="csY16" fmla="*/ 14859 h 106679"/>
                    <a:gd name="csX17" fmla="*/ 24765 w 152018"/>
                    <a:gd name="csY17" fmla="*/ 23813 h 106679"/>
                    <a:gd name="csX18" fmla="*/ 17145 w 152018"/>
                    <a:gd name="csY18" fmla="*/ 47815 h 106679"/>
                    <a:gd name="csX19" fmla="*/ 17145 w 152018"/>
                    <a:gd name="csY19" fmla="*/ 106680 h 106679"/>
                    <a:gd name="csX20" fmla="*/ 0 w 152018"/>
                    <a:gd name="csY20" fmla="*/ 106680 h 106679"/>
                    <a:gd name="csX21" fmla="*/ 0 w 152018"/>
                    <a:gd name="csY21" fmla="*/ 2476 h 106679"/>
                    <a:gd name="csX22" fmla="*/ 17145 w 152018"/>
                    <a:gd name="csY22" fmla="*/ 2476 h 106679"/>
                    <a:gd name="csX23" fmla="*/ 17145 w 152018"/>
                    <a:gd name="csY23" fmla="*/ 18669 h 106679"/>
                    <a:gd name="csX24" fmla="*/ 31242 w 152018"/>
                    <a:gd name="csY24" fmla="*/ 4572 h 106679"/>
                    <a:gd name="csX25" fmla="*/ 50673 w 152018"/>
                    <a:gd name="csY25" fmla="*/ 0 h 106679"/>
                    <a:gd name="csX26" fmla="*/ 69913 w 152018"/>
                    <a:gd name="csY26" fmla="*/ 5715 h 106679"/>
                    <a:gd name="csX27" fmla="*/ 81725 w 152018"/>
                    <a:gd name="csY27" fmla="*/ 22479 h 1066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</a:cxnLst>
                  <a:rect l="l" t="t" r="r" b="b"/>
                  <a:pathLst>
                    <a:path w="152018" h="106679">
                      <a:moveTo>
                        <a:pt x="81725" y="22479"/>
                      </a:moveTo>
                      <a:cubicBezTo>
                        <a:pt x="85916" y="14859"/>
                        <a:pt x="91059" y="9334"/>
                        <a:pt x="96964" y="5524"/>
                      </a:cubicBezTo>
                      <a:cubicBezTo>
                        <a:pt x="102870" y="1905"/>
                        <a:pt x="109918" y="0"/>
                        <a:pt x="118110" y="0"/>
                      </a:cubicBezTo>
                      <a:cubicBezTo>
                        <a:pt x="128778" y="0"/>
                        <a:pt x="137160" y="3810"/>
                        <a:pt x="143066" y="11430"/>
                      </a:cubicBezTo>
                      <a:cubicBezTo>
                        <a:pt x="148971" y="19050"/>
                        <a:pt x="152019" y="29908"/>
                        <a:pt x="152019" y="43815"/>
                      </a:cubicBezTo>
                      <a:lnTo>
                        <a:pt x="152019" y="106680"/>
                      </a:lnTo>
                      <a:lnTo>
                        <a:pt x="134874" y="106680"/>
                      </a:lnTo>
                      <a:lnTo>
                        <a:pt x="134874" y="44386"/>
                      </a:lnTo>
                      <a:cubicBezTo>
                        <a:pt x="134874" y="34480"/>
                        <a:pt x="132969" y="27051"/>
                        <a:pt x="129540" y="22098"/>
                      </a:cubicBezTo>
                      <a:cubicBezTo>
                        <a:pt x="125920" y="17335"/>
                        <a:pt x="120586" y="14859"/>
                        <a:pt x="113347" y="14859"/>
                      </a:cubicBezTo>
                      <a:cubicBezTo>
                        <a:pt x="104394" y="14859"/>
                        <a:pt x="97345" y="17907"/>
                        <a:pt x="92202" y="23813"/>
                      </a:cubicBezTo>
                      <a:cubicBezTo>
                        <a:pt x="87059" y="29718"/>
                        <a:pt x="84582" y="37719"/>
                        <a:pt x="84582" y="47815"/>
                      </a:cubicBezTo>
                      <a:lnTo>
                        <a:pt x="84582" y="106680"/>
                      </a:lnTo>
                      <a:lnTo>
                        <a:pt x="67437" y="106680"/>
                      </a:lnTo>
                      <a:lnTo>
                        <a:pt x="67437" y="44386"/>
                      </a:lnTo>
                      <a:cubicBezTo>
                        <a:pt x="67437" y="34480"/>
                        <a:pt x="65532" y="27051"/>
                        <a:pt x="62103" y="22098"/>
                      </a:cubicBezTo>
                      <a:cubicBezTo>
                        <a:pt x="58484" y="17335"/>
                        <a:pt x="52959" y="14859"/>
                        <a:pt x="45720" y="14859"/>
                      </a:cubicBezTo>
                      <a:cubicBezTo>
                        <a:pt x="36957" y="14859"/>
                        <a:pt x="29909" y="17907"/>
                        <a:pt x="24765" y="23813"/>
                      </a:cubicBezTo>
                      <a:cubicBezTo>
                        <a:pt x="19621" y="29718"/>
                        <a:pt x="17145" y="37719"/>
                        <a:pt x="17145" y="47815"/>
                      </a:cubicBezTo>
                      <a:lnTo>
                        <a:pt x="17145" y="106680"/>
                      </a:lnTo>
                      <a:lnTo>
                        <a:pt x="0" y="106680"/>
                      </a:lnTo>
                      <a:lnTo>
                        <a:pt x="0" y="2476"/>
                      </a:lnTo>
                      <a:lnTo>
                        <a:pt x="17145" y="2476"/>
                      </a:lnTo>
                      <a:lnTo>
                        <a:pt x="17145" y="18669"/>
                      </a:lnTo>
                      <a:cubicBezTo>
                        <a:pt x="20955" y="12382"/>
                        <a:pt x="25718" y="7620"/>
                        <a:pt x="31242" y="4572"/>
                      </a:cubicBezTo>
                      <a:cubicBezTo>
                        <a:pt x="36576" y="1524"/>
                        <a:pt x="43053" y="0"/>
                        <a:pt x="50673" y="0"/>
                      </a:cubicBezTo>
                      <a:cubicBezTo>
                        <a:pt x="58293" y="0"/>
                        <a:pt x="64579" y="1905"/>
                        <a:pt x="69913" y="5715"/>
                      </a:cubicBezTo>
                      <a:cubicBezTo>
                        <a:pt x="75247" y="9525"/>
                        <a:pt x="79057" y="15240"/>
                        <a:pt x="81725" y="2247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75" name="任意多边形: 形状 1274">
                  <a:extLst>
                    <a:ext uri="{FF2B5EF4-FFF2-40B4-BE49-F238E27FC236}">
                      <a16:creationId xmlns:a16="http://schemas.microsoft.com/office/drawing/2014/main" id="{83625441-036F-11B9-248E-56EC30771D80}"/>
                    </a:ext>
                  </a:extLst>
                </p:cNvPr>
                <p:cNvSpPr/>
                <p:nvPr/>
              </p:nvSpPr>
              <p:spPr>
                <a:xfrm>
                  <a:off x="11062684" y="5351478"/>
                  <a:ext cx="95630" cy="109156"/>
                </a:xfrm>
                <a:custGeom>
                  <a:avLst/>
                  <a:gdLst>
                    <a:gd name="csX0" fmla="*/ 47815 w 95630"/>
                    <a:gd name="csY0" fmla="*/ 0 h 109156"/>
                    <a:gd name="csX1" fmla="*/ 82867 w 95630"/>
                    <a:gd name="csY1" fmla="*/ 14478 h 109156"/>
                    <a:gd name="csX2" fmla="*/ 95631 w 95630"/>
                    <a:gd name="csY2" fmla="*/ 54673 h 109156"/>
                    <a:gd name="csX3" fmla="*/ 82867 w 95630"/>
                    <a:gd name="csY3" fmla="*/ 94678 h 109156"/>
                    <a:gd name="csX4" fmla="*/ 47815 w 95630"/>
                    <a:gd name="csY4" fmla="*/ 109156 h 109156"/>
                    <a:gd name="csX5" fmla="*/ 12573 w 95630"/>
                    <a:gd name="csY5" fmla="*/ 94678 h 109156"/>
                    <a:gd name="csX6" fmla="*/ 0 w 95630"/>
                    <a:gd name="csY6" fmla="*/ 54673 h 109156"/>
                    <a:gd name="csX7" fmla="*/ 12573 w 95630"/>
                    <a:gd name="csY7" fmla="*/ 14478 h 109156"/>
                    <a:gd name="csX8" fmla="*/ 47815 w 95630"/>
                    <a:gd name="csY8" fmla="*/ 0 h 109156"/>
                    <a:gd name="csX9" fmla="*/ 47815 w 95630"/>
                    <a:gd name="csY9" fmla="*/ 14478 h 109156"/>
                    <a:gd name="csX10" fmla="*/ 26098 w 95630"/>
                    <a:gd name="csY10" fmla="*/ 25336 h 109156"/>
                    <a:gd name="csX11" fmla="*/ 18097 w 95630"/>
                    <a:gd name="csY11" fmla="*/ 54673 h 109156"/>
                    <a:gd name="csX12" fmla="*/ 25908 w 95630"/>
                    <a:gd name="csY12" fmla="*/ 84201 h 109156"/>
                    <a:gd name="csX13" fmla="*/ 47815 w 95630"/>
                    <a:gd name="csY13" fmla="*/ 94869 h 109156"/>
                    <a:gd name="csX14" fmla="*/ 69532 w 95630"/>
                    <a:gd name="csY14" fmla="*/ 84201 h 109156"/>
                    <a:gd name="csX15" fmla="*/ 77533 w 95630"/>
                    <a:gd name="csY15" fmla="*/ 54673 h 109156"/>
                    <a:gd name="csX16" fmla="*/ 69532 w 95630"/>
                    <a:gd name="csY16" fmla="*/ 25336 h 109156"/>
                    <a:gd name="csX17" fmla="*/ 47815 w 95630"/>
                    <a:gd name="csY17" fmla="*/ 14478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95630" h="109156">
                      <a:moveTo>
                        <a:pt x="47815" y="0"/>
                      </a:moveTo>
                      <a:cubicBezTo>
                        <a:pt x="62674" y="0"/>
                        <a:pt x="74295" y="4953"/>
                        <a:pt x="82867" y="14478"/>
                      </a:cubicBezTo>
                      <a:cubicBezTo>
                        <a:pt x="91249" y="24194"/>
                        <a:pt x="95631" y="37528"/>
                        <a:pt x="95631" y="54673"/>
                      </a:cubicBezTo>
                      <a:cubicBezTo>
                        <a:pt x="95631" y="71819"/>
                        <a:pt x="91249" y="85153"/>
                        <a:pt x="82867" y="94678"/>
                      </a:cubicBezTo>
                      <a:cubicBezTo>
                        <a:pt x="74295" y="104394"/>
                        <a:pt x="62674" y="109156"/>
                        <a:pt x="47815" y="109156"/>
                      </a:cubicBezTo>
                      <a:cubicBezTo>
                        <a:pt x="32956" y="109156"/>
                        <a:pt x="20955" y="104394"/>
                        <a:pt x="12573" y="94678"/>
                      </a:cubicBezTo>
                      <a:cubicBezTo>
                        <a:pt x="4191" y="85153"/>
                        <a:pt x="0" y="71819"/>
                        <a:pt x="0" y="54673"/>
                      </a:cubicBezTo>
                      <a:cubicBezTo>
                        <a:pt x="0" y="37528"/>
                        <a:pt x="4191" y="24194"/>
                        <a:pt x="12573" y="14478"/>
                      </a:cubicBezTo>
                      <a:cubicBezTo>
                        <a:pt x="20955" y="4953"/>
                        <a:pt x="32766" y="0"/>
                        <a:pt x="47815" y="0"/>
                      </a:cubicBezTo>
                      <a:close/>
                      <a:moveTo>
                        <a:pt x="47815" y="14478"/>
                      </a:moveTo>
                      <a:cubicBezTo>
                        <a:pt x="38671" y="14478"/>
                        <a:pt x="31432" y="18097"/>
                        <a:pt x="26098" y="25336"/>
                      </a:cubicBezTo>
                      <a:cubicBezTo>
                        <a:pt x="20764" y="32575"/>
                        <a:pt x="18097" y="42291"/>
                        <a:pt x="18097" y="54673"/>
                      </a:cubicBezTo>
                      <a:cubicBezTo>
                        <a:pt x="18097" y="67056"/>
                        <a:pt x="20574" y="76962"/>
                        <a:pt x="25908" y="84201"/>
                      </a:cubicBezTo>
                      <a:cubicBezTo>
                        <a:pt x="31242" y="91440"/>
                        <a:pt x="38481" y="94869"/>
                        <a:pt x="47815" y="94869"/>
                      </a:cubicBezTo>
                      <a:cubicBezTo>
                        <a:pt x="57150" y="94869"/>
                        <a:pt x="64198" y="91440"/>
                        <a:pt x="69532" y="84201"/>
                      </a:cubicBezTo>
                      <a:cubicBezTo>
                        <a:pt x="74866" y="76962"/>
                        <a:pt x="77533" y="67246"/>
                        <a:pt x="77533" y="54673"/>
                      </a:cubicBezTo>
                      <a:cubicBezTo>
                        <a:pt x="77533" y="42100"/>
                        <a:pt x="74866" y="32575"/>
                        <a:pt x="69532" y="25336"/>
                      </a:cubicBezTo>
                      <a:cubicBezTo>
                        <a:pt x="64198" y="18097"/>
                        <a:pt x="56959" y="14478"/>
                        <a:pt x="47815" y="1447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76" name="任意多边形: 形状 1275">
                  <a:extLst>
                    <a:ext uri="{FF2B5EF4-FFF2-40B4-BE49-F238E27FC236}">
                      <a16:creationId xmlns:a16="http://schemas.microsoft.com/office/drawing/2014/main" id="{279EE794-0550-85AF-F5A9-0DE38402C785}"/>
                    </a:ext>
                  </a:extLst>
                </p:cNvPr>
                <p:cNvSpPr/>
                <p:nvPr/>
              </p:nvSpPr>
              <p:spPr>
                <a:xfrm>
                  <a:off x="11173936" y="5324426"/>
                  <a:ext cx="64960" cy="133731"/>
                </a:xfrm>
                <a:custGeom>
                  <a:avLst/>
                  <a:gdLst>
                    <a:gd name="csX0" fmla="*/ 29718 w 64960"/>
                    <a:gd name="csY0" fmla="*/ 0 h 133731"/>
                    <a:gd name="csX1" fmla="*/ 29718 w 64960"/>
                    <a:gd name="csY1" fmla="*/ 29527 h 133731"/>
                    <a:gd name="csX2" fmla="*/ 64961 w 64960"/>
                    <a:gd name="csY2" fmla="*/ 29527 h 133731"/>
                    <a:gd name="csX3" fmla="*/ 64961 w 64960"/>
                    <a:gd name="csY3" fmla="*/ 42863 h 133731"/>
                    <a:gd name="csX4" fmla="*/ 29718 w 64960"/>
                    <a:gd name="csY4" fmla="*/ 42863 h 133731"/>
                    <a:gd name="csX5" fmla="*/ 29718 w 64960"/>
                    <a:gd name="csY5" fmla="*/ 99441 h 133731"/>
                    <a:gd name="csX6" fmla="*/ 33147 w 64960"/>
                    <a:gd name="csY6" fmla="*/ 115824 h 133731"/>
                    <a:gd name="csX7" fmla="*/ 47434 w 64960"/>
                    <a:gd name="csY7" fmla="*/ 119444 h 133731"/>
                    <a:gd name="csX8" fmla="*/ 64961 w 64960"/>
                    <a:gd name="csY8" fmla="*/ 119444 h 133731"/>
                    <a:gd name="csX9" fmla="*/ 64961 w 64960"/>
                    <a:gd name="csY9" fmla="*/ 133731 h 133731"/>
                    <a:gd name="csX10" fmla="*/ 47434 w 64960"/>
                    <a:gd name="csY10" fmla="*/ 133731 h 133731"/>
                    <a:gd name="csX11" fmla="*/ 20002 w 64960"/>
                    <a:gd name="csY11" fmla="*/ 126302 h 133731"/>
                    <a:gd name="csX12" fmla="*/ 12573 w 64960"/>
                    <a:gd name="csY12" fmla="*/ 99441 h 133731"/>
                    <a:gd name="csX13" fmla="*/ 12573 w 64960"/>
                    <a:gd name="csY13" fmla="*/ 42863 h 133731"/>
                    <a:gd name="csX14" fmla="*/ 0 w 64960"/>
                    <a:gd name="csY14" fmla="*/ 42863 h 133731"/>
                    <a:gd name="csX15" fmla="*/ 0 w 64960"/>
                    <a:gd name="csY15" fmla="*/ 29527 h 133731"/>
                    <a:gd name="csX16" fmla="*/ 12573 w 64960"/>
                    <a:gd name="csY16" fmla="*/ 29527 h 133731"/>
                    <a:gd name="csX17" fmla="*/ 12573 w 64960"/>
                    <a:gd name="csY17" fmla="*/ 0 h 133731"/>
                    <a:gd name="csX18" fmla="*/ 29718 w 64960"/>
                    <a:gd name="csY18" fmla="*/ 0 h 1337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64960" h="133731">
                      <a:moveTo>
                        <a:pt x="29718" y="0"/>
                      </a:moveTo>
                      <a:lnTo>
                        <a:pt x="29718" y="29527"/>
                      </a:lnTo>
                      <a:lnTo>
                        <a:pt x="64961" y="29527"/>
                      </a:lnTo>
                      <a:lnTo>
                        <a:pt x="64961" y="42863"/>
                      </a:lnTo>
                      <a:lnTo>
                        <a:pt x="29718" y="42863"/>
                      </a:lnTo>
                      <a:lnTo>
                        <a:pt x="29718" y="99441"/>
                      </a:lnTo>
                      <a:cubicBezTo>
                        <a:pt x="29718" y="108014"/>
                        <a:pt x="30861" y="113538"/>
                        <a:pt x="33147" y="115824"/>
                      </a:cubicBezTo>
                      <a:cubicBezTo>
                        <a:pt x="35433" y="118300"/>
                        <a:pt x="40195" y="119444"/>
                        <a:pt x="47434" y="119444"/>
                      </a:cubicBezTo>
                      <a:lnTo>
                        <a:pt x="64961" y="119444"/>
                      </a:lnTo>
                      <a:lnTo>
                        <a:pt x="64961" y="133731"/>
                      </a:lnTo>
                      <a:lnTo>
                        <a:pt x="47434" y="133731"/>
                      </a:lnTo>
                      <a:cubicBezTo>
                        <a:pt x="34100" y="133731"/>
                        <a:pt x="24955" y="131254"/>
                        <a:pt x="20002" y="126302"/>
                      </a:cubicBezTo>
                      <a:cubicBezTo>
                        <a:pt x="15050" y="121348"/>
                        <a:pt x="12573" y="112395"/>
                        <a:pt x="12573" y="99441"/>
                      </a:cubicBezTo>
                      <a:lnTo>
                        <a:pt x="12573" y="42863"/>
                      </a:lnTo>
                      <a:lnTo>
                        <a:pt x="0" y="42863"/>
                      </a:lnTo>
                      <a:lnTo>
                        <a:pt x="0" y="29527"/>
                      </a:lnTo>
                      <a:lnTo>
                        <a:pt x="12573" y="29527"/>
                      </a:lnTo>
                      <a:lnTo>
                        <a:pt x="12573" y="0"/>
                      </a:lnTo>
                      <a:lnTo>
                        <a:pt x="2971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77" name="任意多边形: 形状 1276">
                  <a:extLst>
                    <a:ext uri="{FF2B5EF4-FFF2-40B4-BE49-F238E27FC236}">
                      <a16:creationId xmlns:a16="http://schemas.microsoft.com/office/drawing/2014/main" id="{46212C74-E74A-D3E8-E187-CD15C968BE12}"/>
                    </a:ext>
                  </a:extLst>
                </p:cNvPr>
                <p:cNvSpPr/>
                <p:nvPr/>
              </p:nvSpPr>
              <p:spPr>
                <a:xfrm>
                  <a:off x="11261375" y="5313378"/>
                  <a:ext cx="17144" cy="144779"/>
                </a:xfrm>
                <a:custGeom>
                  <a:avLst/>
                  <a:gdLst>
                    <a:gd name="csX0" fmla="*/ 0 w 17144"/>
                    <a:gd name="csY0" fmla="*/ 0 h 144779"/>
                    <a:gd name="csX1" fmla="*/ 17145 w 17144"/>
                    <a:gd name="csY1" fmla="*/ 0 h 144779"/>
                    <a:gd name="csX2" fmla="*/ 17145 w 17144"/>
                    <a:gd name="csY2" fmla="*/ 21717 h 144779"/>
                    <a:gd name="csX3" fmla="*/ 0 w 17144"/>
                    <a:gd name="csY3" fmla="*/ 21717 h 144779"/>
                    <a:gd name="csX4" fmla="*/ 0 w 17144"/>
                    <a:gd name="csY4" fmla="*/ 0 h 144779"/>
                    <a:gd name="csX5" fmla="*/ 0 w 17144"/>
                    <a:gd name="csY5" fmla="*/ 40576 h 144779"/>
                    <a:gd name="csX6" fmla="*/ 17145 w 17144"/>
                    <a:gd name="csY6" fmla="*/ 40576 h 144779"/>
                    <a:gd name="csX7" fmla="*/ 17145 w 17144"/>
                    <a:gd name="csY7" fmla="*/ 144780 h 144779"/>
                    <a:gd name="csX8" fmla="*/ 0 w 17144"/>
                    <a:gd name="csY8" fmla="*/ 144780 h 144779"/>
                    <a:gd name="csX9" fmla="*/ 0 w 17144"/>
                    <a:gd name="csY9" fmla="*/ 40576 h 1447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7144" h="144779">
                      <a:moveTo>
                        <a:pt x="0" y="0"/>
                      </a:moveTo>
                      <a:lnTo>
                        <a:pt x="17145" y="0"/>
                      </a:lnTo>
                      <a:lnTo>
                        <a:pt x="17145" y="21717"/>
                      </a:lnTo>
                      <a:lnTo>
                        <a:pt x="0" y="21717"/>
                      </a:lnTo>
                      <a:lnTo>
                        <a:pt x="0" y="0"/>
                      </a:lnTo>
                      <a:close/>
                      <a:moveTo>
                        <a:pt x="0" y="40576"/>
                      </a:moveTo>
                      <a:lnTo>
                        <a:pt x="17145" y="40576"/>
                      </a:lnTo>
                      <a:lnTo>
                        <a:pt x="17145" y="144780"/>
                      </a:lnTo>
                      <a:lnTo>
                        <a:pt x="0" y="144780"/>
                      </a:lnTo>
                      <a:lnTo>
                        <a:pt x="0" y="405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78" name="任意多边形: 形状 1277">
                  <a:extLst>
                    <a:ext uri="{FF2B5EF4-FFF2-40B4-BE49-F238E27FC236}">
                      <a16:creationId xmlns:a16="http://schemas.microsoft.com/office/drawing/2014/main" id="{1E1FDD5B-BE81-996D-20AB-6A17115B6532}"/>
                    </a:ext>
                  </a:extLst>
                </p:cNvPr>
                <p:cNvSpPr/>
                <p:nvPr/>
              </p:nvSpPr>
              <p:spPr>
                <a:xfrm>
                  <a:off x="11300809" y="5313378"/>
                  <a:ext cx="66293" cy="144779"/>
                </a:xfrm>
                <a:custGeom>
                  <a:avLst/>
                  <a:gdLst>
                    <a:gd name="csX0" fmla="*/ 66294 w 66293"/>
                    <a:gd name="csY0" fmla="*/ 0 h 144779"/>
                    <a:gd name="csX1" fmla="*/ 66294 w 66293"/>
                    <a:gd name="csY1" fmla="*/ 14288 h 144779"/>
                    <a:gd name="csX2" fmla="*/ 49911 w 66293"/>
                    <a:gd name="csY2" fmla="*/ 14288 h 144779"/>
                    <a:gd name="csX3" fmla="*/ 37147 w 66293"/>
                    <a:gd name="csY3" fmla="*/ 18097 h 144779"/>
                    <a:gd name="csX4" fmla="*/ 33528 w 66293"/>
                    <a:gd name="csY4" fmla="*/ 31432 h 144779"/>
                    <a:gd name="csX5" fmla="*/ 33528 w 66293"/>
                    <a:gd name="csY5" fmla="*/ 40576 h 144779"/>
                    <a:gd name="csX6" fmla="*/ 61722 w 66293"/>
                    <a:gd name="csY6" fmla="*/ 40576 h 144779"/>
                    <a:gd name="csX7" fmla="*/ 61722 w 66293"/>
                    <a:gd name="csY7" fmla="*/ 53911 h 144779"/>
                    <a:gd name="csX8" fmla="*/ 33528 w 66293"/>
                    <a:gd name="csY8" fmla="*/ 53911 h 144779"/>
                    <a:gd name="csX9" fmla="*/ 33528 w 66293"/>
                    <a:gd name="csY9" fmla="*/ 144780 h 144779"/>
                    <a:gd name="csX10" fmla="*/ 16383 w 66293"/>
                    <a:gd name="csY10" fmla="*/ 144780 h 144779"/>
                    <a:gd name="csX11" fmla="*/ 16383 w 66293"/>
                    <a:gd name="csY11" fmla="*/ 53911 h 144779"/>
                    <a:gd name="csX12" fmla="*/ 0 w 66293"/>
                    <a:gd name="csY12" fmla="*/ 53911 h 144779"/>
                    <a:gd name="csX13" fmla="*/ 0 w 66293"/>
                    <a:gd name="csY13" fmla="*/ 40576 h 144779"/>
                    <a:gd name="csX14" fmla="*/ 16383 w 66293"/>
                    <a:gd name="csY14" fmla="*/ 40576 h 144779"/>
                    <a:gd name="csX15" fmla="*/ 16383 w 66293"/>
                    <a:gd name="csY15" fmla="*/ 33338 h 144779"/>
                    <a:gd name="csX16" fmla="*/ 24384 w 66293"/>
                    <a:gd name="csY16" fmla="*/ 8001 h 144779"/>
                    <a:gd name="csX17" fmla="*/ 50102 w 66293"/>
                    <a:gd name="csY17" fmla="*/ 0 h 144779"/>
                    <a:gd name="csX18" fmla="*/ 66294 w 66293"/>
                    <a:gd name="csY18" fmla="*/ 0 h 1447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66293" h="144779">
                      <a:moveTo>
                        <a:pt x="66294" y="0"/>
                      </a:moveTo>
                      <a:lnTo>
                        <a:pt x="66294" y="14288"/>
                      </a:lnTo>
                      <a:lnTo>
                        <a:pt x="49911" y="14288"/>
                      </a:lnTo>
                      <a:cubicBezTo>
                        <a:pt x="43815" y="14288"/>
                        <a:pt x="39433" y="15621"/>
                        <a:pt x="37147" y="18097"/>
                      </a:cubicBezTo>
                      <a:cubicBezTo>
                        <a:pt x="34671" y="20574"/>
                        <a:pt x="33528" y="24955"/>
                        <a:pt x="33528" y="31432"/>
                      </a:cubicBezTo>
                      <a:lnTo>
                        <a:pt x="33528" y="40576"/>
                      </a:lnTo>
                      <a:lnTo>
                        <a:pt x="61722" y="40576"/>
                      </a:lnTo>
                      <a:lnTo>
                        <a:pt x="61722" y="53911"/>
                      </a:lnTo>
                      <a:lnTo>
                        <a:pt x="33528" y="53911"/>
                      </a:lnTo>
                      <a:lnTo>
                        <a:pt x="33528" y="144780"/>
                      </a:lnTo>
                      <a:lnTo>
                        <a:pt x="16383" y="144780"/>
                      </a:lnTo>
                      <a:lnTo>
                        <a:pt x="16383" y="53911"/>
                      </a:lnTo>
                      <a:lnTo>
                        <a:pt x="0" y="53911"/>
                      </a:lnTo>
                      <a:lnTo>
                        <a:pt x="0" y="40576"/>
                      </a:lnTo>
                      <a:lnTo>
                        <a:pt x="16383" y="40576"/>
                      </a:lnTo>
                      <a:lnTo>
                        <a:pt x="16383" y="33338"/>
                      </a:lnTo>
                      <a:cubicBezTo>
                        <a:pt x="16383" y="21907"/>
                        <a:pt x="19050" y="13335"/>
                        <a:pt x="24384" y="8001"/>
                      </a:cubicBezTo>
                      <a:cubicBezTo>
                        <a:pt x="29718" y="2667"/>
                        <a:pt x="38290" y="0"/>
                        <a:pt x="50102" y="0"/>
                      </a:cubicBezTo>
                      <a:lnTo>
                        <a:pt x="6629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79" name="任意多边形: 形状 1278">
                  <a:extLst>
                    <a:ext uri="{FF2B5EF4-FFF2-40B4-BE49-F238E27FC236}">
                      <a16:creationId xmlns:a16="http://schemas.microsoft.com/office/drawing/2014/main" id="{D22580C9-1EDD-8150-3445-E8C7FE710A02}"/>
                    </a:ext>
                  </a:extLst>
                </p:cNvPr>
                <p:cNvSpPr/>
                <p:nvPr/>
              </p:nvSpPr>
              <p:spPr>
                <a:xfrm>
                  <a:off x="11441398" y="5351478"/>
                  <a:ext cx="60959" cy="106679"/>
                </a:xfrm>
                <a:custGeom>
                  <a:avLst/>
                  <a:gdLst>
                    <a:gd name="csX0" fmla="*/ 60960 w 60959"/>
                    <a:gd name="csY0" fmla="*/ 18478 h 106679"/>
                    <a:gd name="csX1" fmla="*/ 54673 w 60959"/>
                    <a:gd name="csY1" fmla="*/ 16002 h 106679"/>
                    <a:gd name="csX2" fmla="*/ 47244 w 60959"/>
                    <a:gd name="csY2" fmla="*/ 15240 h 106679"/>
                    <a:gd name="csX3" fmla="*/ 24955 w 60959"/>
                    <a:gd name="csY3" fmla="*/ 24765 h 106679"/>
                    <a:gd name="csX4" fmla="*/ 17145 w 60959"/>
                    <a:gd name="csY4" fmla="*/ 51816 h 106679"/>
                    <a:gd name="csX5" fmla="*/ 17145 w 60959"/>
                    <a:gd name="csY5" fmla="*/ 106680 h 106679"/>
                    <a:gd name="csX6" fmla="*/ 0 w 60959"/>
                    <a:gd name="csY6" fmla="*/ 106680 h 106679"/>
                    <a:gd name="csX7" fmla="*/ 0 w 60959"/>
                    <a:gd name="csY7" fmla="*/ 2476 h 106679"/>
                    <a:gd name="csX8" fmla="*/ 17145 w 60959"/>
                    <a:gd name="csY8" fmla="*/ 2476 h 106679"/>
                    <a:gd name="csX9" fmla="*/ 17145 w 60959"/>
                    <a:gd name="csY9" fmla="*/ 18669 h 106679"/>
                    <a:gd name="csX10" fmla="*/ 31051 w 60959"/>
                    <a:gd name="csY10" fmla="*/ 4572 h 106679"/>
                    <a:gd name="csX11" fmla="*/ 52197 w 60959"/>
                    <a:gd name="csY11" fmla="*/ 0 h 106679"/>
                    <a:gd name="csX12" fmla="*/ 56197 w 60959"/>
                    <a:gd name="csY12" fmla="*/ 190 h 106679"/>
                    <a:gd name="csX13" fmla="*/ 60960 w 60959"/>
                    <a:gd name="csY13" fmla="*/ 952 h 106679"/>
                    <a:gd name="csX14" fmla="*/ 60960 w 60959"/>
                    <a:gd name="csY14" fmla="*/ 18478 h 1066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60959" h="106679">
                      <a:moveTo>
                        <a:pt x="60960" y="18478"/>
                      </a:moveTo>
                      <a:cubicBezTo>
                        <a:pt x="59055" y="17335"/>
                        <a:pt x="56959" y="16573"/>
                        <a:pt x="54673" y="16002"/>
                      </a:cubicBezTo>
                      <a:cubicBezTo>
                        <a:pt x="52388" y="15621"/>
                        <a:pt x="49911" y="15240"/>
                        <a:pt x="47244" y="15240"/>
                      </a:cubicBezTo>
                      <a:cubicBezTo>
                        <a:pt x="37528" y="15240"/>
                        <a:pt x="30099" y="18478"/>
                        <a:pt x="24955" y="24765"/>
                      </a:cubicBezTo>
                      <a:cubicBezTo>
                        <a:pt x="19621" y="31051"/>
                        <a:pt x="17145" y="40005"/>
                        <a:pt x="17145" y="51816"/>
                      </a:cubicBezTo>
                      <a:lnTo>
                        <a:pt x="17145" y="106680"/>
                      </a:lnTo>
                      <a:lnTo>
                        <a:pt x="0" y="106680"/>
                      </a:lnTo>
                      <a:lnTo>
                        <a:pt x="0" y="2476"/>
                      </a:lnTo>
                      <a:lnTo>
                        <a:pt x="17145" y="2476"/>
                      </a:lnTo>
                      <a:lnTo>
                        <a:pt x="17145" y="18669"/>
                      </a:lnTo>
                      <a:cubicBezTo>
                        <a:pt x="20574" y="12382"/>
                        <a:pt x="25336" y="7620"/>
                        <a:pt x="31051" y="4572"/>
                      </a:cubicBezTo>
                      <a:cubicBezTo>
                        <a:pt x="36766" y="1524"/>
                        <a:pt x="43815" y="0"/>
                        <a:pt x="52197" y="0"/>
                      </a:cubicBezTo>
                      <a:cubicBezTo>
                        <a:pt x="53340" y="0"/>
                        <a:pt x="54673" y="190"/>
                        <a:pt x="56197" y="190"/>
                      </a:cubicBezTo>
                      <a:cubicBezTo>
                        <a:pt x="57531" y="381"/>
                        <a:pt x="59055" y="571"/>
                        <a:pt x="60960" y="952"/>
                      </a:cubicBezTo>
                      <a:lnTo>
                        <a:pt x="60960" y="184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80" name="任意多边形: 形状 1279">
                  <a:extLst>
                    <a:ext uri="{FF2B5EF4-FFF2-40B4-BE49-F238E27FC236}">
                      <a16:creationId xmlns:a16="http://schemas.microsoft.com/office/drawing/2014/main" id="{11FB49DE-53D1-3ACA-6735-C61BD054EC9E}"/>
                    </a:ext>
                  </a:extLst>
                </p:cNvPr>
                <p:cNvSpPr/>
                <p:nvPr/>
              </p:nvSpPr>
              <p:spPr>
                <a:xfrm>
                  <a:off x="11508739" y="5351478"/>
                  <a:ext cx="96583" cy="109156"/>
                </a:xfrm>
                <a:custGeom>
                  <a:avLst/>
                  <a:gdLst>
                    <a:gd name="csX0" fmla="*/ 79439 w 96583"/>
                    <a:gd name="csY0" fmla="*/ 45339 h 109156"/>
                    <a:gd name="csX1" fmla="*/ 71628 w 96583"/>
                    <a:gd name="csY1" fmla="*/ 22860 h 109156"/>
                    <a:gd name="csX2" fmla="*/ 51245 w 96583"/>
                    <a:gd name="csY2" fmla="*/ 14478 h 109156"/>
                    <a:gd name="csX3" fmla="*/ 28385 w 96583"/>
                    <a:gd name="csY3" fmla="*/ 22669 h 109156"/>
                    <a:gd name="csX4" fmla="*/ 18479 w 96583"/>
                    <a:gd name="csY4" fmla="*/ 45339 h 109156"/>
                    <a:gd name="csX5" fmla="*/ 79439 w 96583"/>
                    <a:gd name="csY5" fmla="*/ 45339 h 109156"/>
                    <a:gd name="csX6" fmla="*/ 96584 w 96583"/>
                    <a:gd name="csY6" fmla="*/ 50292 h 109156"/>
                    <a:gd name="csX7" fmla="*/ 96584 w 96583"/>
                    <a:gd name="csY7" fmla="*/ 58674 h 109156"/>
                    <a:gd name="csX8" fmla="*/ 17907 w 96583"/>
                    <a:gd name="csY8" fmla="*/ 58674 h 109156"/>
                    <a:gd name="csX9" fmla="*/ 28575 w 96583"/>
                    <a:gd name="csY9" fmla="*/ 85725 h 109156"/>
                    <a:gd name="csX10" fmla="*/ 55055 w 96583"/>
                    <a:gd name="csY10" fmla="*/ 94869 h 109156"/>
                    <a:gd name="csX11" fmla="*/ 74105 w 96583"/>
                    <a:gd name="csY11" fmla="*/ 92583 h 109156"/>
                    <a:gd name="csX12" fmla="*/ 92583 w 96583"/>
                    <a:gd name="csY12" fmla="*/ 85153 h 109156"/>
                    <a:gd name="csX13" fmla="*/ 92583 w 96583"/>
                    <a:gd name="csY13" fmla="*/ 101346 h 109156"/>
                    <a:gd name="csX14" fmla="*/ 73724 w 96583"/>
                    <a:gd name="csY14" fmla="*/ 107251 h 109156"/>
                    <a:gd name="csX15" fmla="*/ 54103 w 96583"/>
                    <a:gd name="csY15" fmla="*/ 109156 h 109156"/>
                    <a:gd name="csX16" fmla="*/ 14478 w 96583"/>
                    <a:gd name="csY16" fmla="*/ 94869 h 109156"/>
                    <a:gd name="csX17" fmla="*/ 0 w 96583"/>
                    <a:gd name="csY17" fmla="*/ 55626 h 109156"/>
                    <a:gd name="csX18" fmla="*/ 13716 w 96583"/>
                    <a:gd name="csY18" fmla="*/ 15049 h 109156"/>
                    <a:gd name="csX19" fmla="*/ 51054 w 96583"/>
                    <a:gd name="csY19" fmla="*/ 0 h 109156"/>
                    <a:gd name="csX20" fmla="*/ 84392 w 96583"/>
                    <a:gd name="csY20" fmla="*/ 13525 h 109156"/>
                    <a:gd name="csX21" fmla="*/ 96584 w 96583"/>
                    <a:gd name="csY21" fmla="*/ 50292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96583" h="109156">
                      <a:moveTo>
                        <a:pt x="79439" y="45339"/>
                      </a:moveTo>
                      <a:cubicBezTo>
                        <a:pt x="79248" y="36004"/>
                        <a:pt x="76581" y="28575"/>
                        <a:pt x="71628" y="22860"/>
                      </a:cubicBezTo>
                      <a:cubicBezTo>
                        <a:pt x="66485" y="17335"/>
                        <a:pt x="59627" y="14478"/>
                        <a:pt x="51245" y="14478"/>
                      </a:cubicBezTo>
                      <a:cubicBezTo>
                        <a:pt x="41720" y="14478"/>
                        <a:pt x="34100" y="17335"/>
                        <a:pt x="28385" y="22669"/>
                      </a:cubicBezTo>
                      <a:cubicBezTo>
                        <a:pt x="22670" y="28003"/>
                        <a:pt x="19241" y="35623"/>
                        <a:pt x="18479" y="45339"/>
                      </a:cubicBezTo>
                      <a:lnTo>
                        <a:pt x="79439" y="45339"/>
                      </a:lnTo>
                      <a:close/>
                      <a:moveTo>
                        <a:pt x="96584" y="50292"/>
                      </a:moveTo>
                      <a:lnTo>
                        <a:pt x="96584" y="58674"/>
                      </a:lnTo>
                      <a:lnTo>
                        <a:pt x="17907" y="58674"/>
                      </a:lnTo>
                      <a:cubicBezTo>
                        <a:pt x="18669" y="70485"/>
                        <a:pt x="22098" y="79629"/>
                        <a:pt x="28575" y="85725"/>
                      </a:cubicBezTo>
                      <a:cubicBezTo>
                        <a:pt x="34862" y="91821"/>
                        <a:pt x="43625" y="94869"/>
                        <a:pt x="55055" y="94869"/>
                      </a:cubicBezTo>
                      <a:cubicBezTo>
                        <a:pt x="61532" y="94869"/>
                        <a:pt x="68009" y="94107"/>
                        <a:pt x="74105" y="92583"/>
                      </a:cubicBezTo>
                      <a:cubicBezTo>
                        <a:pt x="80201" y="91059"/>
                        <a:pt x="86487" y="88582"/>
                        <a:pt x="92583" y="85153"/>
                      </a:cubicBezTo>
                      <a:lnTo>
                        <a:pt x="92583" y="101346"/>
                      </a:lnTo>
                      <a:cubicBezTo>
                        <a:pt x="86487" y="104013"/>
                        <a:pt x="80201" y="106108"/>
                        <a:pt x="73724" y="107251"/>
                      </a:cubicBezTo>
                      <a:cubicBezTo>
                        <a:pt x="67246" y="108394"/>
                        <a:pt x="60579" y="109156"/>
                        <a:pt x="54103" y="109156"/>
                      </a:cubicBezTo>
                      <a:cubicBezTo>
                        <a:pt x="37338" y="109156"/>
                        <a:pt x="24194" y="104394"/>
                        <a:pt x="14478" y="94869"/>
                      </a:cubicBezTo>
                      <a:cubicBezTo>
                        <a:pt x="4763" y="85344"/>
                        <a:pt x="0" y="72199"/>
                        <a:pt x="0" y="55626"/>
                      </a:cubicBezTo>
                      <a:cubicBezTo>
                        <a:pt x="0" y="39052"/>
                        <a:pt x="4572" y="25146"/>
                        <a:pt x="13716" y="15049"/>
                      </a:cubicBezTo>
                      <a:cubicBezTo>
                        <a:pt x="22860" y="5144"/>
                        <a:pt x="35433" y="0"/>
                        <a:pt x="51054" y="0"/>
                      </a:cubicBezTo>
                      <a:cubicBezTo>
                        <a:pt x="65151" y="0"/>
                        <a:pt x="76200" y="4572"/>
                        <a:pt x="84392" y="13525"/>
                      </a:cubicBezTo>
                      <a:cubicBezTo>
                        <a:pt x="92393" y="22669"/>
                        <a:pt x="96584" y="34861"/>
                        <a:pt x="96584" y="5029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81" name="任意多边形: 形状 1280">
                  <a:extLst>
                    <a:ext uri="{FF2B5EF4-FFF2-40B4-BE49-F238E27FC236}">
                      <a16:creationId xmlns:a16="http://schemas.microsoft.com/office/drawing/2014/main" id="{E4AFD09D-0704-F05D-83CF-FA44F1824AD0}"/>
                    </a:ext>
                  </a:extLst>
                </p:cNvPr>
                <p:cNvSpPr/>
                <p:nvPr/>
              </p:nvSpPr>
              <p:spPr>
                <a:xfrm>
                  <a:off x="11625897" y="5351478"/>
                  <a:ext cx="93154" cy="146113"/>
                </a:xfrm>
                <a:custGeom>
                  <a:avLst/>
                  <a:gdLst>
                    <a:gd name="csX0" fmla="*/ 93154 w 93154"/>
                    <a:gd name="csY0" fmla="*/ 93726 h 146113"/>
                    <a:gd name="csX1" fmla="*/ 81343 w 93154"/>
                    <a:gd name="csY1" fmla="*/ 133159 h 146113"/>
                    <a:gd name="csX2" fmla="*/ 45148 w 93154"/>
                    <a:gd name="csY2" fmla="*/ 146113 h 146113"/>
                    <a:gd name="csX3" fmla="*/ 28194 w 93154"/>
                    <a:gd name="csY3" fmla="*/ 144780 h 146113"/>
                    <a:gd name="csX4" fmla="*/ 12572 w 93154"/>
                    <a:gd name="csY4" fmla="*/ 140589 h 146113"/>
                    <a:gd name="csX5" fmla="*/ 12572 w 93154"/>
                    <a:gd name="csY5" fmla="*/ 124015 h 146113"/>
                    <a:gd name="csX6" fmla="*/ 27432 w 93154"/>
                    <a:gd name="csY6" fmla="*/ 129921 h 146113"/>
                    <a:gd name="csX7" fmla="*/ 42481 w 93154"/>
                    <a:gd name="csY7" fmla="*/ 132017 h 146113"/>
                    <a:gd name="csX8" fmla="*/ 67627 w 93154"/>
                    <a:gd name="csY8" fmla="*/ 123253 h 146113"/>
                    <a:gd name="csX9" fmla="*/ 76009 w 93154"/>
                    <a:gd name="csY9" fmla="*/ 96774 h 146113"/>
                    <a:gd name="csX10" fmla="*/ 76009 w 93154"/>
                    <a:gd name="csY10" fmla="*/ 88392 h 146113"/>
                    <a:gd name="csX11" fmla="*/ 62293 w 93154"/>
                    <a:gd name="csY11" fmla="*/ 102108 h 146113"/>
                    <a:gd name="csX12" fmla="*/ 42672 w 93154"/>
                    <a:gd name="csY12" fmla="*/ 106680 h 146113"/>
                    <a:gd name="csX13" fmla="*/ 11620 w 93154"/>
                    <a:gd name="csY13" fmla="*/ 92202 h 146113"/>
                    <a:gd name="csX14" fmla="*/ 0 w 93154"/>
                    <a:gd name="csY14" fmla="*/ 53340 h 146113"/>
                    <a:gd name="csX15" fmla="*/ 11620 w 93154"/>
                    <a:gd name="csY15" fmla="*/ 14669 h 146113"/>
                    <a:gd name="csX16" fmla="*/ 42672 w 93154"/>
                    <a:gd name="csY16" fmla="*/ 0 h 146113"/>
                    <a:gd name="csX17" fmla="*/ 62293 w 93154"/>
                    <a:gd name="csY17" fmla="*/ 4572 h 146113"/>
                    <a:gd name="csX18" fmla="*/ 76009 w 93154"/>
                    <a:gd name="csY18" fmla="*/ 18288 h 146113"/>
                    <a:gd name="csX19" fmla="*/ 76009 w 93154"/>
                    <a:gd name="csY19" fmla="*/ 2476 h 146113"/>
                    <a:gd name="csX20" fmla="*/ 93154 w 93154"/>
                    <a:gd name="csY20" fmla="*/ 2476 h 146113"/>
                    <a:gd name="csX21" fmla="*/ 93154 w 93154"/>
                    <a:gd name="csY21" fmla="*/ 93726 h 146113"/>
                    <a:gd name="csX22" fmla="*/ 76009 w 93154"/>
                    <a:gd name="csY22" fmla="*/ 53340 h 146113"/>
                    <a:gd name="csX23" fmla="*/ 68389 w 93154"/>
                    <a:gd name="csY23" fmla="*/ 24574 h 146113"/>
                    <a:gd name="csX24" fmla="*/ 46863 w 93154"/>
                    <a:gd name="csY24" fmla="*/ 14288 h 146113"/>
                    <a:gd name="csX25" fmla="*/ 25336 w 93154"/>
                    <a:gd name="csY25" fmla="*/ 24574 h 146113"/>
                    <a:gd name="csX26" fmla="*/ 17716 w 93154"/>
                    <a:gd name="csY26" fmla="*/ 53340 h 146113"/>
                    <a:gd name="csX27" fmla="*/ 25336 w 93154"/>
                    <a:gd name="csY27" fmla="*/ 82105 h 146113"/>
                    <a:gd name="csX28" fmla="*/ 46863 w 93154"/>
                    <a:gd name="csY28" fmla="*/ 92392 h 146113"/>
                    <a:gd name="csX29" fmla="*/ 68389 w 93154"/>
                    <a:gd name="csY29" fmla="*/ 82105 h 146113"/>
                    <a:gd name="csX30" fmla="*/ 76009 w 93154"/>
                    <a:gd name="csY30" fmla="*/ 53340 h 14611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</a:cxnLst>
                  <a:rect l="l" t="t" r="r" b="b"/>
                  <a:pathLst>
                    <a:path w="93154" h="146113">
                      <a:moveTo>
                        <a:pt x="93154" y="93726"/>
                      </a:moveTo>
                      <a:cubicBezTo>
                        <a:pt x="93154" y="111252"/>
                        <a:pt x="89154" y="124396"/>
                        <a:pt x="81343" y="133159"/>
                      </a:cubicBezTo>
                      <a:cubicBezTo>
                        <a:pt x="73342" y="141732"/>
                        <a:pt x="61341" y="146113"/>
                        <a:pt x="45148" y="146113"/>
                      </a:cubicBezTo>
                      <a:cubicBezTo>
                        <a:pt x="39052" y="146113"/>
                        <a:pt x="33528" y="145542"/>
                        <a:pt x="28194" y="144780"/>
                      </a:cubicBezTo>
                      <a:cubicBezTo>
                        <a:pt x="22860" y="143827"/>
                        <a:pt x="17526" y="142494"/>
                        <a:pt x="12572" y="140589"/>
                      </a:cubicBezTo>
                      <a:lnTo>
                        <a:pt x="12572" y="124015"/>
                      </a:lnTo>
                      <a:cubicBezTo>
                        <a:pt x="17526" y="126682"/>
                        <a:pt x="22479" y="128588"/>
                        <a:pt x="27432" y="129921"/>
                      </a:cubicBezTo>
                      <a:cubicBezTo>
                        <a:pt x="32385" y="131254"/>
                        <a:pt x="37338" y="132017"/>
                        <a:pt x="42481" y="132017"/>
                      </a:cubicBezTo>
                      <a:cubicBezTo>
                        <a:pt x="53530" y="132017"/>
                        <a:pt x="61913" y="128969"/>
                        <a:pt x="67627" y="123253"/>
                      </a:cubicBezTo>
                      <a:cubicBezTo>
                        <a:pt x="73152" y="117348"/>
                        <a:pt x="76009" y="108585"/>
                        <a:pt x="76009" y="96774"/>
                      </a:cubicBezTo>
                      <a:lnTo>
                        <a:pt x="76009" y="88392"/>
                      </a:lnTo>
                      <a:cubicBezTo>
                        <a:pt x="72390" y="94488"/>
                        <a:pt x="67818" y="99060"/>
                        <a:pt x="62293" y="102108"/>
                      </a:cubicBezTo>
                      <a:cubicBezTo>
                        <a:pt x="56769" y="105156"/>
                        <a:pt x="50292" y="106680"/>
                        <a:pt x="42672" y="106680"/>
                      </a:cubicBezTo>
                      <a:cubicBezTo>
                        <a:pt x="29718" y="106680"/>
                        <a:pt x="19431" y="101917"/>
                        <a:pt x="11620" y="92202"/>
                      </a:cubicBezTo>
                      <a:cubicBezTo>
                        <a:pt x="3810" y="82486"/>
                        <a:pt x="0" y="69532"/>
                        <a:pt x="0" y="53340"/>
                      </a:cubicBezTo>
                      <a:cubicBezTo>
                        <a:pt x="0" y="37147"/>
                        <a:pt x="3810" y="24384"/>
                        <a:pt x="11620" y="14669"/>
                      </a:cubicBezTo>
                      <a:cubicBezTo>
                        <a:pt x="19431" y="4953"/>
                        <a:pt x="29718" y="0"/>
                        <a:pt x="42672" y="0"/>
                      </a:cubicBezTo>
                      <a:cubicBezTo>
                        <a:pt x="50292" y="0"/>
                        <a:pt x="56769" y="1524"/>
                        <a:pt x="62293" y="4572"/>
                      </a:cubicBezTo>
                      <a:cubicBezTo>
                        <a:pt x="67818" y="7620"/>
                        <a:pt x="72390" y="12192"/>
                        <a:pt x="76009" y="18288"/>
                      </a:cubicBezTo>
                      <a:lnTo>
                        <a:pt x="76009" y="2476"/>
                      </a:lnTo>
                      <a:lnTo>
                        <a:pt x="93154" y="2476"/>
                      </a:lnTo>
                      <a:lnTo>
                        <a:pt x="93154" y="93726"/>
                      </a:lnTo>
                      <a:close/>
                      <a:moveTo>
                        <a:pt x="76009" y="53340"/>
                      </a:moveTo>
                      <a:cubicBezTo>
                        <a:pt x="76009" y="41148"/>
                        <a:pt x="73342" y="31432"/>
                        <a:pt x="68389" y="24574"/>
                      </a:cubicBezTo>
                      <a:cubicBezTo>
                        <a:pt x="63246" y="17717"/>
                        <a:pt x="56007" y="14288"/>
                        <a:pt x="46863" y="14288"/>
                      </a:cubicBezTo>
                      <a:cubicBezTo>
                        <a:pt x="37719" y="14288"/>
                        <a:pt x="30480" y="17717"/>
                        <a:pt x="25336" y="24574"/>
                      </a:cubicBezTo>
                      <a:cubicBezTo>
                        <a:pt x="20193" y="31432"/>
                        <a:pt x="17716" y="41148"/>
                        <a:pt x="17716" y="53340"/>
                      </a:cubicBezTo>
                      <a:cubicBezTo>
                        <a:pt x="17716" y="65532"/>
                        <a:pt x="20193" y="75247"/>
                        <a:pt x="25336" y="82105"/>
                      </a:cubicBezTo>
                      <a:cubicBezTo>
                        <a:pt x="30480" y="88963"/>
                        <a:pt x="37719" y="92392"/>
                        <a:pt x="46863" y="92392"/>
                      </a:cubicBezTo>
                      <a:cubicBezTo>
                        <a:pt x="56007" y="92392"/>
                        <a:pt x="63246" y="88963"/>
                        <a:pt x="68389" y="82105"/>
                      </a:cubicBezTo>
                      <a:cubicBezTo>
                        <a:pt x="73342" y="75247"/>
                        <a:pt x="76009" y="65722"/>
                        <a:pt x="76009" y="533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82" name="任意多边形: 形状 1281">
                  <a:extLst>
                    <a:ext uri="{FF2B5EF4-FFF2-40B4-BE49-F238E27FC236}">
                      <a16:creationId xmlns:a16="http://schemas.microsoft.com/office/drawing/2014/main" id="{6A42293A-13FD-5781-5F63-871CD50619EC}"/>
                    </a:ext>
                  </a:extLst>
                </p:cNvPr>
                <p:cNvSpPr/>
                <p:nvPr/>
              </p:nvSpPr>
              <p:spPr>
                <a:xfrm>
                  <a:off x="11754294" y="5313378"/>
                  <a:ext cx="17144" cy="144779"/>
                </a:xfrm>
                <a:custGeom>
                  <a:avLst/>
                  <a:gdLst>
                    <a:gd name="csX0" fmla="*/ 0 w 17144"/>
                    <a:gd name="csY0" fmla="*/ 0 h 144779"/>
                    <a:gd name="csX1" fmla="*/ 17145 w 17144"/>
                    <a:gd name="csY1" fmla="*/ 0 h 144779"/>
                    <a:gd name="csX2" fmla="*/ 17145 w 17144"/>
                    <a:gd name="csY2" fmla="*/ 21717 h 144779"/>
                    <a:gd name="csX3" fmla="*/ 0 w 17144"/>
                    <a:gd name="csY3" fmla="*/ 21717 h 144779"/>
                    <a:gd name="csX4" fmla="*/ 0 w 17144"/>
                    <a:gd name="csY4" fmla="*/ 0 h 144779"/>
                    <a:gd name="csX5" fmla="*/ 0 w 17144"/>
                    <a:gd name="csY5" fmla="*/ 40576 h 144779"/>
                    <a:gd name="csX6" fmla="*/ 17145 w 17144"/>
                    <a:gd name="csY6" fmla="*/ 40576 h 144779"/>
                    <a:gd name="csX7" fmla="*/ 17145 w 17144"/>
                    <a:gd name="csY7" fmla="*/ 144780 h 144779"/>
                    <a:gd name="csX8" fmla="*/ 0 w 17144"/>
                    <a:gd name="csY8" fmla="*/ 144780 h 144779"/>
                    <a:gd name="csX9" fmla="*/ 0 w 17144"/>
                    <a:gd name="csY9" fmla="*/ 40576 h 1447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7144" h="144779">
                      <a:moveTo>
                        <a:pt x="0" y="0"/>
                      </a:moveTo>
                      <a:lnTo>
                        <a:pt x="17145" y="0"/>
                      </a:lnTo>
                      <a:lnTo>
                        <a:pt x="17145" y="21717"/>
                      </a:lnTo>
                      <a:lnTo>
                        <a:pt x="0" y="21717"/>
                      </a:lnTo>
                      <a:lnTo>
                        <a:pt x="0" y="0"/>
                      </a:lnTo>
                      <a:close/>
                      <a:moveTo>
                        <a:pt x="0" y="40576"/>
                      </a:moveTo>
                      <a:lnTo>
                        <a:pt x="17145" y="40576"/>
                      </a:lnTo>
                      <a:lnTo>
                        <a:pt x="17145" y="144780"/>
                      </a:lnTo>
                      <a:lnTo>
                        <a:pt x="0" y="144780"/>
                      </a:lnTo>
                      <a:lnTo>
                        <a:pt x="0" y="405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83" name="任意多边形: 形状 1282">
                  <a:extLst>
                    <a:ext uri="{FF2B5EF4-FFF2-40B4-BE49-F238E27FC236}">
                      <a16:creationId xmlns:a16="http://schemas.microsoft.com/office/drawing/2014/main" id="{51858BAB-7CDE-4507-4273-2C942BB96ECA}"/>
                    </a:ext>
                  </a:extLst>
                </p:cNvPr>
                <p:cNvSpPr/>
                <p:nvPr/>
              </p:nvSpPr>
              <p:spPr>
                <a:xfrm>
                  <a:off x="11799823" y="5351478"/>
                  <a:ext cx="95631" cy="109156"/>
                </a:xfrm>
                <a:custGeom>
                  <a:avLst/>
                  <a:gdLst>
                    <a:gd name="csX0" fmla="*/ 47816 w 95631"/>
                    <a:gd name="csY0" fmla="*/ 0 h 109156"/>
                    <a:gd name="csX1" fmla="*/ 82868 w 95631"/>
                    <a:gd name="csY1" fmla="*/ 14478 h 109156"/>
                    <a:gd name="csX2" fmla="*/ 95631 w 95631"/>
                    <a:gd name="csY2" fmla="*/ 54673 h 109156"/>
                    <a:gd name="csX3" fmla="*/ 82868 w 95631"/>
                    <a:gd name="csY3" fmla="*/ 94678 h 109156"/>
                    <a:gd name="csX4" fmla="*/ 47816 w 95631"/>
                    <a:gd name="csY4" fmla="*/ 109156 h 109156"/>
                    <a:gd name="csX5" fmla="*/ 12573 w 95631"/>
                    <a:gd name="csY5" fmla="*/ 94678 h 109156"/>
                    <a:gd name="csX6" fmla="*/ 0 w 95631"/>
                    <a:gd name="csY6" fmla="*/ 54673 h 109156"/>
                    <a:gd name="csX7" fmla="*/ 12573 w 95631"/>
                    <a:gd name="csY7" fmla="*/ 14478 h 109156"/>
                    <a:gd name="csX8" fmla="*/ 47816 w 95631"/>
                    <a:gd name="csY8" fmla="*/ 0 h 109156"/>
                    <a:gd name="csX9" fmla="*/ 47816 w 95631"/>
                    <a:gd name="csY9" fmla="*/ 14478 h 109156"/>
                    <a:gd name="csX10" fmla="*/ 26099 w 95631"/>
                    <a:gd name="csY10" fmla="*/ 25336 h 109156"/>
                    <a:gd name="csX11" fmla="*/ 18098 w 95631"/>
                    <a:gd name="csY11" fmla="*/ 54673 h 109156"/>
                    <a:gd name="csX12" fmla="*/ 25908 w 95631"/>
                    <a:gd name="csY12" fmla="*/ 84201 h 109156"/>
                    <a:gd name="csX13" fmla="*/ 47816 w 95631"/>
                    <a:gd name="csY13" fmla="*/ 94869 h 109156"/>
                    <a:gd name="csX14" fmla="*/ 69533 w 95631"/>
                    <a:gd name="csY14" fmla="*/ 84201 h 109156"/>
                    <a:gd name="csX15" fmla="*/ 77534 w 95631"/>
                    <a:gd name="csY15" fmla="*/ 54673 h 109156"/>
                    <a:gd name="csX16" fmla="*/ 69533 w 95631"/>
                    <a:gd name="csY16" fmla="*/ 25336 h 109156"/>
                    <a:gd name="csX17" fmla="*/ 47816 w 95631"/>
                    <a:gd name="csY17" fmla="*/ 14478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95631" h="109156">
                      <a:moveTo>
                        <a:pt x="47816" y="0"/>
                      </a:moveTo>
                      <a:cubicBezTo>
                        <a:pt x="62675" y="0"/>
                        <a:pt x="74295" y="4953"/>
                        <a:pt x="82868" y="14478"/>
                      </a:cubicBezTo>
                      <a:cubicBezTo>
                        <a:pt x="91250" y="24194"/>
                        <a:pt x="95631" y="37528"/>
                        <a:pt x="95631" y="54673"/>
                      </a:cubicBezTo>
                      <a:cubicBezTo>
                        <a:pt x="95631" y="71819"/>
                        <a:pt x="91250" y="85153"/>
                        <a:pt x="82868" y="94678"/>
                      </a:cubicBezTo>
                      <a:cubicBezTo>
                        <a:pt x="74295" y="104394"/>
                        <a:pt x="62675" y="109156"/>
                        <a:pt x="47816" y="109156"/>
                      </a:cubicBezTo>
                      <a:cubicBezTo>
                        <a:pt x="32957" y="109156"/>
                        <a:pt x="20955" y="104394"/>
                        <a:pt x="12573" y="94678"/>
                      </a:cubicBezTo>
                      <a:cubicBezTo>
                        <a:pt x="4191" y="85153"/>
                        <a:pt x="0" y="71819"/>
                        <a:pt x="0" y="54673"/>
                      </a:cubicBezTo>
                      <a:cubicBezTo>
                        <a:pt x="0" y="37528"/>
                        <a:pt x="4191" y="24194"/>
                        <a:pt x="12573" y="14478"/>
                      </a:cubicBezTo>
                      <a:cubicBezTo>
                        <a:pt x="20955" y="4953"/>
                        <a:pt x="32766" y="0"/>
                        <a:pt x="47816" y="0"/>
                      </a:cubicBezTo>
                      <a:close/>
                      <a:moveTo>
                        <a:pt x="47816" y="14478"/>
                      </a:moveTo>
                      <a:cubicBezTo>
                        <a:pt x="38671" y="14478"/>
                        <a:pt x="31433" y="18097"/>
                        <a:pt x="26099" y="25336"/>
                      </a:cubicBezTo>
                      <a:cubicBezTo>
                        <a:pt x="20765" y="32575"/>
                        <a:pt x="18098" y="42291"/>
                        <a:pt x="18098" y="54673"/>
                      </a:cubicBezTo>
                      <a:cubicBezTo>
                        <a:pt x="18098" y="67056"/>
                        <a:pt x="20574" y="76962"/>
                        <a:pt x="25908" y="84201"/>
                      </a:cubicBezTo>
                      <a:cubicBezTo>
                        <a:pt x="31242" y="91440"/>
                        <a:pt x="38481" y="94869"/>
                        <a:pt x="47816" y="94869"/>
                      </a:cubicBezTo>
                      <a:cubicBezTo>
                        <a:pt x="57150" y="94869"/>
                        <a:pt x="64199" y="91440"/>
                        <a:pt x="69533" y="84201"/>
                      </a:cubicBezTo>
                      <a:cubicBezTo>
                        <a:pt x="74867" y="76962"/>
                        <a:pt x="77534" y="67246"/>
                        <a:pt x="77534" y="54673"/>
                      </a:cubicBezTo>
                      <a:cubicBezTo>
                        <a:pt x="77534" y="42100"/>
                        <a:pt x="74867" y="32575"/>
                        <a:pt x="69533" y="25336"/>
                      </a:cubicBezTo>
                      <a:cubicBezTo>
                        <a:pt x="64199" y="18097"/>
                        <a:pt x="56960" y="14478"/>
                        <a:pt x="47816" y="1447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84" name="任意多边形: 形状 1283">
                  <a:extLst>
                    <a:ext uri="{FF2B5EF4-FFF2-40B4-BE49-F238E27FC236}">
                      <a16:creationId xmlns:a16="http://schemas.microsoft.com/office/drawing/2014/main" id="{CCA973CF-E534-C35B-91C4-30504E6353DF}"/>
                    </a:ext>
                  </a:extLst>
                </p:cNvPr>
                <p:cNvSpPr/>
                <p:nvPr/>
              </p:nvSpPr>
              <p:spPr>
                <a:xfrm>
                  <a:off x="11923267" y="5351478"/>
                  <a:ext cx="87249" cy="106679"/>
                </a:xfrm>
                <a:custGeom>
                  <a:avLst/>
                  <a:gdLst>
                    <a:gd name="csX0" fmla="*/ 87249 w 87249"/>
                    <a:gd name="csY0" fmla="*/ 43815 h 106679"/>
                    <a:gd name="csX1" fmla="*/ 87249 w 87249"/>
                    <a:gd name="csY1" fmla="*/ 106680 h 106679"/>
                    <a:gd name="csX2" fmla="*/ 70104 w 87249"/>
                    <a:gd name="csY2" fmla="*/ 106680 h 106679"/>
                    <a:gd name="csX3" fmla="*/ 70104 w 87249"/>
                    <a:gd name="csY3" fmla="*/ 44386 h 106679"/>
                    <a:gd name="csX4" fmla="*/ 64198 w 87249"/>
                    <a:gd name="csY4" fmla="*/ 22288 h 106679"/>
                    <a:gd name="csX5" fmla="*/ 47054 w 87249"/>
                    <a:gd name="csY5" fmla="*/ 14859 h 106679"/>
                    <a:gd name="csX6" fmla="*/ 25146 w 87249"/>
                    <a:gd name="csY6" fmla="*/ 23813 h 106679"/>
                    <a:gd name="csX7" fmla="*/ 17145 w 87249"/>
                    <a:gd name="csY7" fmla="*/ 47815 h 106679"/>
                    <a:gd name="csX8" fmla="*/ 17145 w 87249"/>
                    <a:gd name="csY8" fmla="*/ 106680 h 106679"/>
                    <a:gd name="csX9" fmla="*/ 0 w 87249"/>
                    <a:gd name="csY9" fmla="*/ 106680 h 106679"/>
                    <a:gd name="csX10" fmla="*/ 0 w 87249"/>
                    <a:gd name="csY10" fmla="*/ 2476 h 106679"/>
                    <a:gd name="csX11" fmla="*/ 17145 w 87249"/>
                    <a:gd name="csY11" fmla="*/ 2476 h 106679"/>
                    <a:gd name="csX12" fmla="*/ 17145 w 87249"/>
                    <a:gd name="csY12" fmla="*/ 18669 h 106679"/>
                    <a:gd name="csX13" fmla="*/ 31623 w 87249"/>
                    <a:gd name="csY13" fmla="*/ 4763 h 106679"/>
                    <a:gd name="csX14" fmla="*/ 50864 w 87249"/>
                    <a:gd name="csY14" fmla="*/ 0 h 106679"/>
                    <a:gd name="csX15" fmla="*/ 77914 w 87249"/>
                    <a:gd name="csY15" fmla="*/ 11240 h 106679"/>
                    <a:gd name="csX16" fmla="*/ 87249 w 87249"/>
                    <a:gd name="csY16" fmla="*/ 43815 h 1066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87249" h="106679">
                      <a:moveTo>
                        <a:pt x="87249" y="43815"/>
                      </a:moveTo>
                      <a:lnTo>
                        <a:pt x="87249" y="106680"/>
                      </a:lnTo>
                      <a:lnTo>
                        <a:pt x="70104" y="106680"/>
                      </a:lnTo>
                      <a:lnTo>
                        <a:pt x="70104" y="44386"/>
                      </a:lnTo>
                      <a:cubicBezTo>
                        <a:pt x="70104" y="34480"/>
                        <a:pt x="68009" y="27242"/>
                        <a:pt x="64198" y="22288"/>
                      </a:cubicBezTo>
                      <a:cubicBezTo>
                        <a:pt x="60389" y="17335"/>
                        <a:pt x="54673" y="14859"/>
                        <a:pt x="47054" y="14859"/>
                      </a:cubicBezTo>
                      <a:cubicBezTo>
                        <a:pt x="37719" y="14859"/>
                        <a:pt x="30480" y="17907"/>
                        <a:pt x="25146" y="23813"/>
                      </a:cubicBezTo>
                      <a:cubicBezTo>
                        <a:pt x="19812" y="29718"/>
                        <a:pt x="17145" y="37719"/>
                        <a:pt x="17145" y="47815"/>
                      </a:cubicBezTo>
                      <a:lnTo>
                        <a:pt x="17145" y="106680"/>
                      </a:lnTo>
                      <a:lnTo>
                        <a:pt x="0" y="106680"/>
                      </a:lnTo>
                      <a:lnTo>
                        <a:pt x="0" y="2476"/>
                      </a:lnTo>
                      <a:lnTo>
                        <a:pt x="17145" y="2476"/>
                      </a:lnTo>
                      <a:lnTo>
                        <a:pt x="17145" y="18669"/>
                      </a:lnTo>
                      <a:cubicBezTo>
                        <a:pt x="21146" y="12573"/>
                        <a:pt x="25908" y="7810"/>
                        <a:pt x="31623" y="4763"/>
                      </a:cubicBezTo>
                      <a:cubicBezTo>
                        <a:pt x="37148" y="1715"/>
                        <a:pt x="43625" y="0"/>
                        <a:pt x="50864" y="0"/>
                      </a:cubicBezTo>
                      <a:cubicBezTo>
                        <a:pt x="62675" y="0"/>
                        <a:pt x="71818" y="3810"/>
                        <a:pt x="77914" y="11240"/>
                      </a:cubicBezTo>
                      <a:cubicBezTo>
                        <a:pt x="84011" y="18669"/>
                        <a:pt x="87249" y="29527"/>
                        <a:pt x="87249" y="4381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85" name="任意多边形: 形状 1284">
                  <a:extLst>
                    <a:ext uri="{FF2B5EF4-FFF2-40B4-BE49-F238E27FC236}">
                      <a16:creationId xmlns:a16="http://schemas.microsoft.com/office/drawing/2014/main" id="{B30BEEF0-9E87-1711-D695-4F7FEE59A3B4}"/>
                    </a:ext>
                  </a:extLst>
                </p:cNvPr>
                <p:cNvSpPr/>
                <p:nvPr/>
              </p:nvSpPr>
              <p:spPr>
                <a:xfrm>
                  <a:off x="10333259" y="5671137"/>
                  <a:ext cx="381000" cy="9525"/>
                </a:xfrm>
                <a:custGeom>
                  <a:avLst/>
                  <a:gdLst>
                    <a:gd name="csX0" fmla="*/ 0 w 381000"/>
                    <a:gd name="csY0" fmla="*/ 0 h 9525"/>
                    <a:gd name="csX1" fmla="*/ 190500 w 381000"/>
                    <a:gd name="csY1" fmla="*/ 0 h 9525"/>
                    <a:gd name="csX2" fmla="*/ 381000 w 381000"/>
                    <a:gd name="csY2" fmla="*/ 0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81000" h="9525">
                      <a:moveTo>
                        <a:pt x="0" y="0"/>
                      </a:moveTo>
                      <a:lnTo>
                        <a:pt x="190500" y="0"/>
                      </a:lnTo>
                      <a:lnTo>
                        <a:pt x="381000" y="0"/>
                      </a:lnTo>
                    </a:path>
                  </a:pathLst>
                </a:custGeom>
                <a:noFill/>
                <a:ln w="9525" cap="flat">
                  <a:solidFill>
                    <a:srgbClr val="222222"/>
                  </a:solidFill>
                  <a:custDash>
                    <a:ds d="277500" sp="120000"/>
                  </a:custDash>
                  <a:round/>
                </a:ln>
              </p:spPr>
            </p:sp>
            <p:sp>
              <p:nvSpPr>
                <p:cNvPr id="1286" name="任意多边形: 形状 1285">
                  <a:extLst>
                    <a:ext uri="{FF2B5EF4-FFF2-40B4-BE49-F238E27FC236}">
                      <a16:creationId xmlns:a16="http://schemas.microsoft.com/office/drawing/2014/main" id="{53FE64C8-9CBD-296F-FCD6-4CE47E5E9B7B}"/>
                    </a:ext>
                  </a:extLst>
                </p:cNvPr>
                <p:cNvSpPr/>
                <p:nvPr/>
              </p:nvSpPr>
              <p:spPr>
                <a:xfrm>
                  <a:off x="10883995" y="5631132"/>
                  <a:ext cx="152018" cy="106679"/>
                </a:xfrm>
                <a:custGeom>
                  <a:avLst/>
                  <a:gdLst>
                    <a:gd name="csX0" fmla="*/ 81725 w 152018"/>
                    <a:gd name="csY0" fmla="*/ 22479 h 106679"/>
                    <a:gd name="csX1" fmla="*/ 96964 w 152018"/>
                    <a:gd name="csY1" fmla="*/ 5524 h 106679"/>
                    <a:gd name="csX2" fmla="*/ 118110 w 152018"/>
                    <a:gd name="csY2" fmla="*/ 0 h 106679"/>
                    <a:gd name="csX3" fmla="*/ 143066 w 152018"/>
                    <a:gd name="csY3" fmla="*/ 11430 h 106679"/>
                    <a:gd name="csX4" fmla="*/ 152019 w 152018"/>
                    <a:gd name="csY4" fmla="*/ 43815 h 106679"/>
                    <a:gd name="csX5" fmla="*/ 152019 w 152018"/>
                    <a:gd name="csY5" fmla="*/ 106680 h 106679"/>
                    <a:gd name="csX6" fmla="*/ 134874 w 152018"/>
                    <a:gd name="csY6" fmla="*/ 106680 h 106679"/>
                    <a:gd name="csX7" fmla="*/ 134874 w 152018"/>
                    <a:gd name="csY7" fmla="*/ 44386 h 106679"/>
                    <a:gd name="csX8" fmla="*/ 129540 w 152018"/>
                    <a:gd name="csY8" fmla="*/ 22098 h 106679"/>
                    <a:gd name="csX9" fmla="*/ 113347 w 152018"/>
                    <a:gd name="csY9" fmla="*/ 14859 h 106679"/>
                    <a:gd name="csX10" fmla="*/ 92202 w 152018"/>
                    <a:gd name="csY10" fmla="*/ 23813 h 106679"/>
                    <a:gd name="csX11" fmla="*/ 84582 w 152018"/>
                    <a:gd name="csY11" fmla="*/ 47815 h 106679"/>
                    <a:gd name="csX12" fmla="*/ 84582 w 152018"/>
                    <a:gd name="csY12" fmla="*/ 106680 h 106679"/>
                    <a:gd name="csX13" fmla="*/ 67437 w 152018"/>
                    <a:gd name="csY13" fmla="*/ 106680 h 106679"/>
                    <a:gd name="csX14" fmla="*/ 67437 w 152018"/>
                    <a:gd name="csY14" fmla="*/ 44386 h 106679"/>
                    <a:gd name="csX15" fmla="*/ 62103 w 152018"/>
                    <a:gd name="csY15" fmla="*/ 22098 h 106679"/>
                    <a:gd name="csX16" fmla="*/ 45720 w 152018"/>
                    <a:gd name="csY16" fmla="*/ 14859 h 106679"/>
                    <a:gd name="csX17" fmla="*/ 24765 w 152018"/>
                    <a:gd name="csY17" fmla="*/ 23813 h 106679"/>
                    <a:gd name="csX18" fmla="*/ 17145 w 152018"/>
                    <a:gd name="csY18" fmla="*/ 47815 h 106679"/>
                    <a:gd name="csX19" fmla="*/ 17145 w 152018"/>
                    <a:gd name="csY19" fmla="*/ 106680 h 106679"/>
                    <a:gd name="csX20" fmla="*/ 0 w 152018"/>
                    <a:gd name="csY20" fmla="*/ 106680 h 106679"/>
                    <a:gd name="csX21" fmla="*/ 0 w 152018"/>
                    <a:gd name="csY21" fmla="*/ 2476 h 106679"/>
                    <a:gd name="csX22" fmla="*/ 17145 w 152018"/>
                    <a:gd name="csY22" fmla="*/ 2476 h 106679"/>
                    <a:gd name="csX23" fmla="*/ 17145 w 152018"/>
                    <a:gd name="csY23" fmla="*/ 18669 h 106679"/>
                    <a:gd name="csX24" fmla="*/ 31242 w 152018"/>
                    <a:gd name="csY24" fmla="*/ 4572 h 106679"/>
                    <a:gd name="csX25" fmla="*/ 50673 w 152018"/>
                    <a:gd name="csY25" fmla="*/ 0 h 106679"/>
                    <a:gd name="csX26" fmla="*/ 69913 w 152018"/>
                    <a:gd name="csY26" fmla="*/ 5715 h 106679"/>
                    <a:gd name="csX27" fmla="*/ 81725 w 152018"/>
                    <a:gd name="csY27" fmla="*/ 22479 h 1066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</a:cxnLst>
                  <a:rect l="l" t="t" r="r" b="b"/>
                  <a:pathLst>
                    <a:path w="152018" h="106679">
                      <a:moveTo>
                        <a:pt x="81725" y="22479"/>
                      </a:moveTo>
                      <a:cubicBezTo>
                        <a:pt x="85916" y="14859"/>
                        <a:pt x="91059" y="9334"/>
                        <a:pt x="96964" y="5524"/>
                      </a:cubicBezTo>
                      <a:cubicBezTo>
                        <a:pt x="102870" y="1905"/>
                        <a:pt x="109918" y="0"/>
                        <a:pt x="118110" y="0"/>
                      </a:cubicBezTo>
                      <a:cubicBezTo>
                        <a:pt x="128778" y="0"/>
                        <a:pt x="137160" y="3810"/>
                        <a:pt x="143066" y="11430"/>
                      </a:cubicBezTo>
                      <a:cubicBezTo>
                        <a:pt x="148971" y="19050"/>
                        <a:pt x="152019" y="29908"/>
                        <a:pt x="152019" y="43815"/>
                      </a:cubicBezTo>
                      <a:lnTo>
                        <a:pt x="152019" y="106680"/>
                      </a:lnTo>
                      <a:lnTo>
                        <a:pt x="134874" y="106680"/>
                      </a:lnTo>
                      <a:lnTo>
                        <a:pt x="134874" y="44386"/>
                      </a:lnTo>
                      <a:cubicBezTo>
                        <a:pt x="134874" y="34480"/>
                        <a:pt x="132969" y="27051"/>
                        <a:pt x="129540" y="22098"/>
                      </a:cubicBezTo>
                      <a:cubicBezTo>
                        <a:pt x="125920" y="17335"/>
                        <a:pt x="120586" y="14859"/>
                        <a:pt x="113347" y="14859"/>
                      </a:cubicBezTo>
                      <a:cubicBezTo>
                        <a:pt x="104394" y="14859"/>
                        <a:pt x="97345" y="17907"/>
                        <a:pt x="92202" y="23813"/>
                      </a:cubicBezTo>
                      <a:cubicBezTo>
                        <a:pt x="87059" y="29718"/>
                        <a:pt x="84582" y="37719"/>
                        <a:pt x="84582" y="47815"/>
                      </a:cubicBezTo>
                      <a:lnTo>
                        <a:pt x="84582" y="106680"/>
                      </a:lnTo>
                      <a:lnTo>
                        <a:pt x="67437" y="106680"/>
                      </a:lnTo>
                      <a:lnTo>
                        <a:pt x="67437" y="44386"/>
                      </a:lnTo>
                      <a:cubicBezTo>
                        <a:pt x="67437" y="34480"/>
                        <a:pt x="65532" y="27051"/>
                        <a:pt x="62103" y="22098"/>
                      </a:cubicBezTo>
                      <a:cubicBezTo>
                        <a:pt x="58484" y="17335"/>
                        <a:pt x="52959" y="14859"/>
                        <a:pt x="45720" y="14859"/>
                      </a:cubicBezTo>
                      <a:cubicBezTo>
                        <a:pt x="36957" y="14859"/>
                        <a:pt x="29909" y="17907"/>
                        <a:pt x="24765" y="23813"/>
                      </a:cubicBezTo>
                      <a:cubicBezTo>
                        <a:pt x="19621" y="29718"/>
                        <a:pt x="17145" y="37719"/>
                        <a:pt x="17145" y="47815"/>
                      </a:cubicBezTo>
                      <a:lnTo>
                        <a:pt x="17145" y="106680"/>
                      </a:lnTo>
                      <a:lnTo>
                        <a:pt x="0" y="106680"/>
                      </a:lnTo>
                      <a:lnTo>
                        <a:pt x="0" y="2476"/>
                      </a:lnTo>
                      <a:lnTo>
                        <a:pt x="17145" y="2476"/>
                      </a:lnTo>
                      <a:lnTo>
                        <a:pt x="17145" y="18669"/>
                      </a:lnTo>
                      <a:cubicBezTo>
                        <a:pt x="20955" y="12382"/>
                        <a:pt x="25718" y="7620"/>
                        <a:pt x="31242" y="4572"/>
                      </a:cubicBezTo>
                      <a:cubicBezTo>
                        <a:pt x="36576" y="1524"/>
                        <a:pt x="43053" y="0"/>
                        <a:pt x="50673" y="0"/>
                      </a:cubicBezTo>
                      <a:cubicBezTo>
                        <a:pt x="58293" y="0"/>
                        <a:pt x="64579" y="1905"/>
                        <a:pt x="69913" y="5715"/>
                      </a:cubicBezTo>
                      <a:cubicBezTo>
                        <a:pt x="75247" y="9525"/>
                        <a:pt x="79057" y="15240"/>
                        <a:pt x="81725" y="2247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87" name="任意多边形: 形状 1286">
                  <a:extLst>
                    <a:ext uri="{FF2B5EF4-FFF2-40B4-BE49-F238E27FC236}">
                      <a16:creationId xmlns:a16="http://schemas.microsoft.com/office/drawing/2014/main" id="{0B3831CF-48AF-6351-41AE-D93D0C739255}"/>
                    </a:ext>
                  </a:extLst>
                </p:cNvPr>
                <p:cNvSpPr/>
                <p:nvPr/>
              </p:nvSpPr>
              <p:spPr>
                <a:xfrm>
                  <a:off x="11068398" y="5631132"/>
                  <a:ext cx="87249" cy="109156"/>
                </a:xfrm>
                <a:custGeom>
                  <a:avLst/>
                  <a:gdLst>
                    <a:gd name="csX0" fmla="*/ 43053 w 87249"/>
                    <a:gd name="csY0" fmla="*/ 0 h 109156"/>
                    <a:gd name="csX1" fmla="*/ 43053 w 87249"/>
                    <a:gd name="csY1" fmla="*/ 0 h 109156"/>
                    <a:gd name="csX2" fmla="*/ 0 w 87249"/>
                    <a:gd name="csY2" fmla="*/ 65532 h 109156"/>
                    <a:gd name="csX3" fmla="*/ 0 w 87249"/>
                    <a:gd name="csY3" fmla="*/ 2476 h 109156"/>
                    <a:gd name="csX4" fmla="*/ 17145 w 87249"/>
                    <a:gd name="csY4" fmla="*/ 2476 h 109156"/>
                    <a:gd name="csX5" fmla="*/ 17145 w 87249"/>
                    <a:gd name="csY5" fmla="*/ 64960 h 109156"/>
                    <a:gd name="csX6" fmla="*/ 22860 w 87249"/>
                    <a:gd name="csY6" fmla="*/ 87058 h 109156"/>
                    <a:gd name="csX7" fmla="*/ 40196 w 87249"/>
                    <a:gd name="csY7" fmla="*/ 94488 h 109156"/>
                    <a:gd name="csX8" fmla="*/ 62103 w 87249"/>
                    <a:gd name="csY8" fmla="*/ 85725 h 109156"/>
                    <a:gd name="csX9" fmla="*/ 70104 w 87249"/>
                    <a:gd name="csY9" fmla="*/ 61531 h 109156"/>
                    <a:gd name="csX10" fmla="*/ 70104 w 87249"/>
                    <a:gd name="csY10" fmla="*/ 2476 h 109156"/>
                    <a:gd name="csX11" fmla="*/ 87249 w 87249"/>
                    <a:gd name="csY11" fmla="*/ 2476 h 109156"/>
                    <a:gd name="csX12" fmla="*/ 87249 w 87249"/>
                    <a:gd name="csY12" fmla="*/ 106680 h 109156"/>
                    <a:gd name="csX13" fmla="*/ 70104 w 87249"/>
                    <a:gd name="csY13" fmla="*/ 106680 h 109156"/>
                    <a:gd name="csX14" fmla="*/ 70104 w 87249"/>
                    <a:gd name="csY14" fmla="*/ 90678 h 109156"/>
                    <a:gd name="csX15" fmla="*/ 55626 w 87249"/>
                    <a:gd name="csY15" fmla="*/ 104775 h 109156"/>
                    <a:gd name="csX16" fmla="*/ 36576 w 87249"/>
                    <a:gd name="csY16" fmla="*/ 109156 h 109156"/>
                    <a:gd name="csX17" fmla="*/ 9334 w 87249"/>
                    <a:gd name="csY17" fmla="*/ 98107 h 109156"/>
                    <a:gd name="csX18" fmla="*/ 0 w 87249"/>
                    <a:gd name="csY18" fmla="*/ 65532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87249" h="109156">
                      <a:moveTo>
                        <a:pt x="43053" y="0"/>
                      </a:moveTo>
                      <a:lnTo>
                        <a:pt x="43053" y="0"/>
                      </a:lnTo>
                      <a:close/>
                      <a:moveTo>
                        <a:pt x="0" y="65532"/>
                      </a:moveTo>
                      <a:lnTo>
                        <a:pt x="0" y="2476"/>
                      </a:lnTo>
                      <a:lnTo>
                        <a:pt x="17145" y="2476"/>
                      </a:lnTo>
                      <a:lnTo>
                        <a:pt x="17145" y="64960"/>
                      </a:lnTo>
                      <a:cubicBezTo>
                        <a:pt x="17145" y="74866"/>
                        <a:pt x="19050" y="82105"/>
                        <a:pt x="22860" y="87058"/>
                      </a:cubicBezTo>
                      <a:cubicBezTo>
                        <a:pt x="26670" y="92011"/>
                        <a:pt x="32385" y="94488"/>
                        <a:pt x="40196" y="94488"/>
                      </a:cubicBezTo>
                      <a:cubicBezTo>
                        <a:pt x="49339" y="94488"/>
                        <a:pt x="56769" y="91630"/>
                        <a:pt x="62103" y="85725"/>
                      </a:cubicBezTo>
                      <a:cubicBezTo>
                        <a:pt x="67437" y="79819"/>
                        <a:pt x="70104" y="71818"/>
                        <a:pt x="70104" y="61531"/>
                      </a:cubicBezTo>
                      <a:lnTo>
                        <a:pt x="70104" y="2476"/>
                      </a:lnTo>
                      <a:lnTo>
                        <a:pt x="87249" y="2476"/>
                      </a:lnTo>
                      <a:lnTo>
                        <a:pt x="87249" y="106680"/>
                      </a:lnTo>
                      <a:lnTo>
                        <a:pt x="70104" y="106680"/>
                      </a:lnTo>
                      <a:lnTo>
                        <a:pt x="70104" y="90678"/>
                      </a:lnTo>
                      <a:cubicBezTo>
                        <a:pt x="65913" y="97155"/>
                        <a:pt x="60960" y="101727"/>
                        <a:pt x="55626" y="104775"/>
                      </a:cubicBezTo>
                      <a:cubicBezTo>
                        <a:pt x="50102" y="107632"/>
                        <a:pt x="43815" y="109156"/>
                        <a:pt x="36576" y="109156"/>
                      </a:cubicBezTo>
                      <a:cubicBezTo>
                        <a:pt x="24575" y="109156"/>
                        <a:pt x="15430" y="105537"/>
                        <a:pt x="9334" y="98107"/>
                      </a:cubicBezTo>
                      <a:cubicBezTo>
                        <a:pt x="3048" y="90868"/>
                        <a:pt x="0" y="80010"/>
                        <a:pt x="0" y="6553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88" name="任意多边形: 形状 1287">
                  <a:extLst>
                    <a:ext uri="{FF2B5EF4-FFF2-40B4-BE49-F238E27FC236}">
                      <a16:creationId xmlns:a16="http://schemas.microsoft.com/office/drawing/2014/main" id="{F3064613-BAFB-E98A-308F-D0CBEDEFAE33}"/>
                    </a:ext>
                  </a:extLst>
                </p:cNvPr>
                <p:cNvSpPr/>
                <p:nvPr/>
              </p:nvSpPr>
              <p:spPr>
                <a:xfrm>
                  <a:off x="11178127" y="5604080"/>
                  <a:ext cx="64960" cy="133731"/>
                </a:xfrm>
                <a:custGeom>
                  <a:avLst/>
                  <a:gdLst>
                    <a:gd name="csX0" fmla="*/ 29718 w 64960"/>
                    <a:gd name="csY0" fmla="*/ 0 h 133731"/>
                    <a:gd name="csX1" fmla="*/ 29718 w 64960"/>
                    <a:gd name="csY1" fmla="*/ 29527 h 133731"/>
                    <a:gd name="csX2" fmla="*/ 64961 w 64960"/>
                    <a:gd name="csY2" fmla="*/ 29527 h 133731"/>
                    <a:gd name="csX3" fmla="*/ 64961 w 64960"/>
                    <a:gd name="csY3" fmla="*/ 42863 h 133731"/>
                    <a:gd name="csX4" fmla="*/ 29718 w 64960"/>
                    <a:gd name="csY4" fmla="*/ 42863 h 133731"/>
                    <a:gd name="csX5" fmla="*/ 29718 w 64960"/>
                    <a:gd name="csY5" fmla="*/ 99441 h 133731"/>
                    <a:gd name="csX6" fmla="*/ 33147 w 64960"/>
                    <a:gd name="csY6" fmla="*/ 115824 h 133731"/>
                    <a:gd name="csX7" fmla="*/ 47434 w 64960"/>
                    <a:gd name="csY7" fmla="*/ 119444 h 133731"/>
                    <a:gd name="csX8" fmla="*/ 64961 w 64960"/>
                    <a:gd name="csY8" fmla="*/ 119444 h 133731"/>
                    <a:gd name="csX9" fmla="*/ 64961 w 64960"/>
                    <a:gd name="csY9" fmla="*/ 133731 h 133731"/>
                    <a:gd name="csX10" fmla="*/ 47434 w 64960"/>
                    <a:gd name="csY10" fmla="*/ 133731 h 133731"/>
                    <a:gd name="csX11" fmla="*/ 20002 w 64960"/>
                    <a:gd name="csY11" fmla="*/ 126302 h 133731"/>
                    <a:gd name="csX12" fmla="*/ 12573 w 64960"/>
                    <a:gd name="csY12" fmla="*/ 99441 h 133731"/>
                    <a:gd name="csX13" fmla="*/ 12573 w 64960"/>
                    <a:gd name="csY13" fmla="*/ 42863 h 133731"/>
                    <a:gd name="csX14" fmla="*/ 0 w 64960"/>
                    <a:gd name="csY14" fmla="*/ 42863 h 133731"/>
                    <a:gd name="csX15" fmla="*/ 0 w 64960"/>
                    <a:gd name="csY15" fmla="*/ 29527 h 133731"/>
                    <a:gd name="csX16" fmla="*/ 12573 w 64960"/>
                    <a:gd name="csY16" fmla="*/ 29527 h 133731"/>
                    <a:gd name="csX17" fmla="*/ 12573 w 64960"/>
                    <a:gd name="csY17" fmla="*/ 0 h 133731"/>
                    <a:gd name="csX18" fmla="*/ 29718 w 64960"/>
                    <a:gd name="csY18" fmla="*/ 0 h 1337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64960" h="133731">
                      <a:moveTo>
                        <a:pt x="29718" y="0"/>
                      </a:moveTo>
                      <a:lnTo>
                        <a:pt x="29718" y="29527"/>
                      </a:lnTo>
                      <a:lnTo>
                        <a:pt x="64961" y="29527"/>
                      </a:lnTo>
                      <a:lnTo>
                        <a:pt x="64961" y="42863"/>
                      </a:lnTo>
                      <a:lnTo>
                        <a:pt x="29718" y="42863"/>
                      </a:lnTo>
                      <a:lnTo>
                        <a:pt x="29718" y="99441"/>
                      </a:lnTo>
                      <a:cubicBezTo>
                        <a:pt x="29718" y="108014"/>
                        <a:pt x="30861" y="113538"/>
                        <a:pt x="33147" y="115824"/>
                      </a:cubicBezTo>
                      <a:cubicBezTo>
                        <a:pt x="35433" y="118300"/>
                        <a:pt x="40195" y="119444"/>
                        <a:pt x="47434" y="119444"/>
                      </a:cubicBezTo>
                      <a:lnTo>
                        <a:pt x="64961" y="119444"/>
                      </a:lnTo>
                      <a:lnTo>
                        <a:pt x="64961" y="133731"/>
                      </a:lnTo>
                      <a:lnTo>
                        <a:pt x="47434" y="133731"/>
                      </a:lnTo>
                      <a:cubicBezTo>
                        <a:pt x="34099" y="133731"/>
                        <a:pt x="24955" y="131254"/>
                        <a:pt x="20002" y="126302"/>
                      </a:cubicBezTo>
                      <a:cubicBezTo>
                        <a:pt x="15049" y="121348"/>
                        <a:pt x="12573" y="112395"/>
                        <a:pt x="12573" y="99441"/>
                      </a:cubicBezTo>
                      <a:lnTo>
                        <a:pt x="12573" y="42863"/>
                      </a:lnTo>
                      <a:lnTo>
                        <a:pt x="0" y="42863"/>
                      </a:lnTo>
                      <a:lnTo>
                        <a:pt x="0" y="29527"/>
                      </a:lnTo>
                      <a:lnTo>
                        <a:pt x="12573" y="29527"/>
                      </a:lnTo>
                      <a:lnTo>
                        <a:pt x="12573" y="0"/>
                      </a:lnTo>
                      <a:lnTo>
                        <a:pt x="2971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89" name="任意多边形: 形状 1288">
                  <a:extLst>
                    <a:ext uri="{FF2B5EF4-FFF2-40B4-BE49-F238E27FC236}">
                      <a16:creationId xmlns:a16="http://schemas.microsoft.com/office/drawing/2014/main" id="{0792D014-A8CC-918B-4AF5-43D98511BCFE}"/>
                    </a:ext>
                  </a:extLst>
                </p:cNvPr>
                <p:cNvSpPr/>
                <p:nvPr/>
              </p:nvSpPr>
              <p:spPr>
                <a:xfrm>
                  <a:off x="11259089" y="5631132"/>
                  <a:ext cx="88010" cy="109156"/>
                </a:xfrm>
                <a:custGeom>
                  <a:avLst/>
                  <a:gdLst>
                    <a:gd name="csX0" fmla="*/ 88011 w 88010"/>
                    <a:gd name="csY0" fmla="*/ 47244 h 109156"/>
                    <a:gd name="csX1" fmla="*/ 88011 w 88010"/>
                    <a:gd name="csY1" fmla="*/ 106680 h 109156"/>
                    <a:gd name="csX2" fmla="*/ 70866 w 88010"/>
                    <a:gd name="csY2" fmla="*/ 106680 h 109156"/>
                    <a:gd name="csX3" fmla="*/ 70866 w 88010"/>
                    <a:gd name="csY3" fmla="*/ 90868 h 109156"/>
                    <a:gd name="csX4" fmla="*/ 56197 w 88010"/>
                    <a:gd name="csY4" fmla="*/ 104775 h 109156"/>
                    <a:gd name="csX5" fmla="*/ 34861 w 88010"/>
                    <a:gd name="csY5" fmla="*/ 109156 h 109156"/>
                    <a:gd name="csX6" fmla="*/ 9334 w 88010"/>
                    <a:gd name="csY6" fmla="*/ 100393 h 109156"/>
                    <a:gd name="csX7" fmla="*/ 0 w 88010"/>
                    <a:gd name="csY7" fmla="*/ 76390 h 109156"/>
                    <a:gd name="csX8" fmla="*/ 11811 w 88010"/>
                    <a:gd name="csY8" fmla="*/ 49911 h 109156"/>
                    <a:gd name="csX9" fmla="*/ 46863 w 88010"/>
                    <a:gd name="csY9" fmla="*/ 40957 h 109156"/>
                    <a:gd name="csX10" fmla="*/ 70866 w 88010"/>
                    <a:gd name="csY10" fmla="*/ 40957 h 109156"/>
                    <a:gd name="csX11" fmla="*/ 70866 w 88010"/>
                    <a:gd name="csY11" fmla="*/ 39243 h 109156"/>
                    <a:gd name="csX12" fmla="*/ 63055 w 88010"/>
                    <a:gd name="csY12" fmla="*/ 20955 h 109156"/>
                    <a:gd name="csX13" fmla="*/ 41338 w 88010"/>
                    <a:gd name="csY13" fmla="*/ 14478 h 109156"/>
                    <a:gd name="csX14" fmla="*/ 23813 w 88010"/>
                    <a:gd name="csY14" fmla="*/ 16764 h 109156"/>
                    <a:gd name="csX15" fmla="*/ 7620 w 88010"/>
                    <a:gd name="csY15" fmla="*/ 23050 h 109156"/>
                    <a:gd name="csX16" fmla="*/ 7620 w 88010"/>
                    <a:gd name="csY16" fmla="*/ 7239 h 109156"/>
                    <a:gd name="csX17" fmla="*/ 25718 w 88010"/>
                    <a:gd name="csY17" fmla="*/ 1905 h 109156"/>
                    <a:gd name="csX18" fmla="*/ 43053 w 88010"/>
                    <a:gd name="csY18" fmla="*/ 0 h 109156"/>
                    <a:gd name="csX19" fmla="*/ 76771 w 88010"/>
                    <a:gd name="csY19" fmla="*/ 11811 h 109156"/>
                    <a:gd name="csX20" fmla="*/ 88011 w 88010"/>
                    <a:gd name="csY20" fmla="*/ 47244 h 109156"/>
                    <a:gd name="csX21" fmla="*/ 53911 w 88010"/>
                    <a:gd name="csY21" fmla="*/ 54292 h 109156"/>
                    <a:gd name="csX22" fmla="*/ 25146 w 88010"/>
                    <a:gd name="csY22" fmla="*/ 59055 h 109156"/>
                    <a:gd name="csX23" fmla="*/ 17145 w 88010"/>
                    <a:gd name="csY23" fmla="*/ 75247 h 109156"/>
                    <a:gd name="csX24" fmla="*/ 23050 w 88010"/>
                    <a:gd name="csY24" fmla="*/ 89725 h 109156"/>
                    <a:gd name="csX25" fmla="*/ 39434 w 88010"/>
                    <a:gd name="csY25" fmla="*/ 95059 h 109156"/>
                    <a:gd name="csX26" fmla="*/ 62293 w 88010"/>
                    <a:gd name="csY26" fmla="*/ 84963 h 109156"/>
                    <a:gd name="csX27" fmla="*/ 70866 w 88010"/>
                    <a:gd name="csY27" fmla="*/ 58102 h 109156"/>
                    <a:gd name="csX28" fmla="*/ 70866 w 88010"/>
                    <a:gd name="csY28" fmla="*/ 54292 h 109156"/>
                    <a:gd name="csX29" fmla="*/ 53911 w 88010"/>
                    <a:gd name="csY29" fmla="*/ 54292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</a:cxnLst>
                  <a:rect l="l" t="t" r="r" b="b"/>
                  <a:pathLst>
                    <a:path w="88010" h="109156">
                      <a:moveTo>
                        <a:pt x="88011" y="47244"/>
                      </a:moveTo>
                      <a:lnTo>
                        <a:pt x="88011" y="106680"/>
                      </a:lnTo>
                      <a:lnTo>
                        <a:pt x="70866" y="106680"/>
                      </a:lnTo>
                      <a:lnTo>
                        <a:pt x="70866" y="90868"/>
                      </a:lnTo>
                      <a:cubicBezTo>
                        <a:pt x="66865" y="97345"/>
                        <a:pt x="61913" y="101917"/>
                        <a:pt x="56197" y="104775"/>
                      </a:cubicBezTo>
                      <a:cubicBezTo>
                        <a:pt x="50482" y="107632"/>
                        <a:pt x="43243" y="109156"/>
                        <a:pt x="34861" y="109156"/>
                      </a:cubicBezTo>
                      <a:cubicBezTo>
                        <a:pt x="24193" y="109156"/>
                        <a:pt x="15621" y="106299"/>
                        <a:pt x="9334" y="100393"/>
                      </a:cubicBezTo>
                      <a:cubicBezTo>
                        <a:pt x="3048" y="94488"/>
                        <a:pt x="0" y="86487"/>
                        <a:pt x="0" y="76390"/>
                      </a:cubicBezTo>
                      <a:cubicBezTo>
                        <a:pt x="0" y="64770"/>
                        <a:pt x="3810" y="56007"/>
                        <a:pt x="11811" y="49911"/>
                      </a:cubicBezTo>
                      <a:cubicBezTo>
                        <a:pt x="19621" y="44005"/>
                        <a:pt x="31242" y="40957"/>
                        <a:pt x="46863" y="40957"/>
                      </a:cubicBezTo>
                      <a:lnTo>
                        <a:pt x="70866" y="40957"/>
                      </a:lnTo>
                      <a:lnTo>
                        <a:pt x="70866" y="39243"/>
                      </a:lnTo>
                      <a:cubicBezTo>
                        <a:pt x="70866" y="31432"/>
                        <a:pt x="68199" y="25336"/>
                        <a:pt x="63055" y="20955"/>
                      </a:cubicBezTo>
                      <a:cubicBezTo>
                        <a:pt x="57912" y="16764"/>
                        <a:pt x="50673" y="14478"/>
                        <a:pt x="41338" y="14478"/>
                      </a:cubicBezTo>
                      <a:cubicBezTo>
                        <a:pt x="35243" y="14478"/>
                        <a:pt x="29527" y="15240"/>
                        <a:pt x="23813" y="16764"/>
                      </a:cubicBezTo>
                      <a:cubicBezTo>
                        <a:pt x="18097" y="18288"/>
                        <a:pt x="12763" y="20383"/>
                        <a:pt x="7620" y="23050"/>
                      </a:cubicBezTo>
                      <a:lnTo>
                        <a:pt x="7620" y="7239"/>
                      </a:lnTo>
                      <a:cubicBezTo>
                        <a:pt x="13716" y="4953"/>
                        <a:pt x="19812" y="3048"/>
                        <a:pt x="25718" y="1905"/>
                      </a:cubicBezTo>
                      <a:cubicBezTo>
                        <a:pt x="31623" y="762"/>
                        <a:pt x="37338" y="0"/>
                        <a:pt x="43053" y="0"/>
                      </a:cubicBezTo>
                      <a:cubicBezTo>
                        <a:pt x="58102" y="0"/>
                        <a:pt x="69342" y="4000"/>
                        <a:pt x="76771" y="11811"/>
                      </a:cubicBezTo>
                      <a:cubicBezTo>
                        <a:pt x="84201" y="19621"/>
                        <a:pt x="88011" y="31432"/>
                        <a:pt x="88011" y="47244"/>
                      </a:cubicBezTo>
                      <a:close/>
                      <a:moveTo>
                        <a:pt x="53911" y="54292"/>
                      </a:moveTo>
                      <a:cubicBezTo>
                        <a:pt x="40005" y="54292"/>
                        <a:pt x="30480" y="56007"/>
                        <a:pt x="25146" y="59055"/>
                      </a:cubicBezTo>
                      <a:cubicBezTo>
                        <a:pt x="19812" y="62293"/>
                        <a:pt x="17145" y="67627"/>
                        <a:pt x="17145" y="75247"/>
                      </a:cubicBezTo>
                      <a:cubicBezTo>
                        <a:pt x="17145" y="81343"/>
                        <a:pt x="19050" y="86296"/>
                        <a:pt x="23050" y="89725"/>
                      </a:cubicBezTo>
                      <a:cubicBezTo>
                        <a:pt x="27051" y="93345"/>
                        <a:pt x="32575" y="95059"/>
                        <a:pt x="39434" y="95059"/>
                      </a:cubicBezTo>
                      <a:cubicBezTo>
                        <a:pt x="48959" y="95059"/>
                        <a:pt x="56579" y="91821"/>
                        <a:pt x="62293" y="84963"/>
                      </a:cubicBezTo>
                      <a:cubicBezTo>
                        <a:pt x="68009" y="78295"/>
                        <a:pt x="70866" y="69342"/>
                        <a:pt x="70866" y="58102"/>
                      </a:cubicBezTo>
                      <a:lnTo>
                        <a:pt x="70866" y="54292"/>
                      </a:lnTo>
                      <a:lnTo>
                        <a:pt x="53911" y="5429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90" name="任意多边形: 形状 1289">
                  <a:extLst>
                    <a:ext uri="{FF2B5EF4-FFF2-40B4-BE49-F238E27FC236}">
                      <a16:creationId xmlns:a16="http://schemas.microsoft.com/office/drawing/2014/main" id="{F5C6C419-FAF1-AE6B-1223-BF6250413630}"/>
                    </a:ext>
                  </a:extLst>
                </p:cNvPr>
                <p:cNvSpPr/>
                <p:nvPr/>
              </p:nvSpPr>
              <p:spPr>
                <a:xfrm>
                  <a:off x="11369674" y="5604080"/>
                  <a:ext cx="64960" cy="133731"/>
                </a:xfrm>
                <a:custGeom>
                  <a:avLst/>
                  <a:gdLst>
                    <a:gd name="csX0" fmla="*/ 29718 w 64960"/>
                    <a:gd name="csY0" fmla="*/ 0 h 133731"/>
                    <a:gd name="csX1" fmla="*/ 29718 w 64960"/>
                    <a:gd name="csY1" fmla="*/ 29527 h 133731"/>
                    <a:gd name="csX2" fmla="*/ 64961 w 64960"/>
                    <a:gd name="csY2" fmla="*/ 29527 h 133731"/>
                    <a:gd name="csX3" fmla="*/ 64961 w 64960"/>
                    <a:gd name="csY3" fmla="*/ 42863 h 133731"/>
                    <a:gd name="csX4" fmla="*/ 29718 w 64960"/>
                    <a:gd name="csY4" fmla="*/ 42863 h 133731"/>
                    <a:gd name="csX5" fmla="*/ 29718 w 64960"/>
                    <a:gd name="csY5" fmla="*/ 99441 h 133731"/>
                    <a:gd name="csX6" fmla="*/ 33147 w 64960"/>
                    <a:gd name="csY6" fmla="*/ 115824 h 133731"/>
                    <a:gd name="csX7" fmla="*/ 47434 w 64960"/>
                    <a:gd name="csY7" fmla="*/ 119444 h 133731"/>
                    <a:gd name="csX8" fmla="*/ 64961 w 64960"/>
                    <a:gd name="csY8" fmla="*/ 119444 h 133731"/>
                    <a:gd name="csX9" fmla="*/ 64961 w 64960"/>
                    <a:gd name="csY9" fmla="*/ 133731 h 133731"/>
                    <a:gd name="csX10" fmla="*/ 47434 w 64960"/>
                    <a:gd name="csY10" fmla="*/ 133731 h 133731"/>
                    <a:gd name="csX11" fmla="*/ 20002 w 64960"/>
                    <a:gd name="csY11" fmla="*/ 126302 h 133731"/>
                    <a:gd name="csX12" fmla="*/ 12573 w 64960"/>
                    <a:gd name="csY12" fmla="*/ 99441 h 133731"/>
                    <a:gd name="csX13" fmla="*/ 12573 w 64960"/>
                    <a:gd name="csY13" fmla="*/ 42863 h 133731"/>
                    <a:gd name="csX14" fmla="*/ 0 w 64960"/>
                    <a:gd name="csY14" fmla="*/ 42863 h 133731"/>
                    <a:gd name="csX15" fmla="*/ 0 w 64960"/>
                    <a:gd name="csY15" fmla="*/ 29527 h 133731"/>
                    <a:gd name="csX16" fmla="*/ 12573 w 64960"/>
                    <a:gd name="csY16" fmla="*/ 29527 h 133731"/>
                    <a:gd name="csX17" fmla="*/ 12573 w 64960"/>
                    <a:gd name="csY17" fmla="*/ 0 h 133731"/>
                    <a:gd name="csX18" fmla="*/ 29718 w 64960"/>
                    <a:gd name="csY18" fmla="*/ 0 h 1337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64960" h="133731">
                      <a:moveTo>
                        <a:pt x="29718" y="0"/>
                      </a:moveTo>
                      <a:lnTo>
                        <a:pt x="29718" y="29527"/>
                      </a:lnTo>
                      <a:lnTo>
                        <a:pt x="64961" y="29527"/>
                      </a:lnTo>
                      <a:lnTo>
                        <a:pt x="64961" y="42863"/>
                      </a:lnTo>
                      <a:lnTo>
                        <a:pt x="29718" y="42863"/>
                      </a:lnTo>
                      <a:lnTo>
                        <a:pt x="29718" y="99441"/>
                      </a:lnTo>
                      <a:cubicBezTo>
                        <a:pt x="29718" y="108014"/>
                        <a:pt x="30861" y="113538"/>
                        <a:pt x="33147" y="115824"/>
                      </a:cubicBezTo>
                      <a:cubicBezTo>
                        <a:pt x="35433" y="118300"/>
                        <a:pt x="40195" y="119444"/>
                        <a:pt x="47434" y="119444"/>
                      </a:cubicBezTo>
                      <a:lnTo>
                        <a:pt x="64961" y="119444"/>
                      </a:lnTo>
                      <a:lnTo>
                        <a:pt x="64961" y="133731"/>
                      </a:lnTo>
                      <a:lnTo>
                        <a:pt x="47434" y="133731"/>
                      </a:lnTo>
                      <a:cubicBezTo>
                        <a:pt x="34100" y="133731"/>
                        <a:pt x="24955" y="131254"/>
                        <a:pt x="20002" y="126302"/>
                      </a:cubicBezTo>
                      <a:cubicBezTo>
                        <a:pt x="15050" y="121348"/>
                        <a:pt x="12573" y="112395"/>
                        <a:pt x="12573" y="99441"/>
                      </a:cubicBezTo>
                      <a:lnTo>
                        <a:pt x="12573" y="42863"/>
                      </a:lnTo>
                      <a:lnTo>
                        <a:pt x="0" y="42863"/>
                      </a:lnTo>
                      <a:lnTo>
                        <a:pt x="0" y="29527"/>
                      </a:lnTo>
                      <a:lnTo>
                        <a:pt x="12573" y="29527"/>
                      </a:lnTo>
                      <a:lnTo>
                        <a:pt x="12573" y="0"/>
                      </a:lnTo>
                      <a:lnTo>
                        <a:pt x="2971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91" name="任意多边形: 形状 1290">
                  <a:extLst>
                    <a:ext uri="{FF2B5EF4-FFF2-40B4-BE49-F238E27FC236}">
                      <a16:creationId xmlns:a16="http://schemas.microsoft.com/office/drawing/2014/main" id="{0F382C6D-98D1-8A0A-8366-910ED9B9163A}"/>
                    </a:ext>
                  </a:extLst>
                </p:cNvPr>
                <p:cNvSpPr/>
                <p:nvPr/>
              </p:nvSpPr>
              <p:spPr>
                <a:xfrm>
                  <a:off x="11457114" y="5593032"/>
                  <a:ext cx="17144" cy="144779"/>
                </a:xfrm>
                <a:custGeom>
                  <a:avLst/>
                  <a:gdLst>
                    <a:gd name="csX0" fmla="*/ 0 w 17144"/>
                    <a:gd name="csY0" fmla="*/ 0 h 144779"/>
                    <a:gd name="csX1" fmla="*/ 17145 w 17144"/>
                    <a:gd name="csY1" fmla="*/ 0 h 144779"/>
                    <a:gd name="csX2" fmla="*/ 17145 w 17144"/>
                    <a:gd name="csY2" fmla="*/ 21717 h 144779"/>
                    <a:gd name="csX3" fmla="*/ 0 w 17144"/>
                    <a:gd name="csY3" fmla="*/ 21717 h 144779"/>
                    <a:gd name="csX4" fmla="*/ 0 w 17144"/>
                    <a:gd name="csY4" fmla="*/ 0 h 144779"/>
                    <a:gd name="csX5" fmla="*/ 0 w 17144"/>
                    <a:gd name="csY5" fmla="*/ 40576 h 144779"/>
                    <a:gd name="csX6" fmla="*/ 17145 w 17144"/>
                    <a:gd name="csY6" fmla="*/ 40576 h 144779"/>
                    <a:gd name="csX7" fmla="*/ 17145 w 17144"/>
                    <a:gd name="csY7" fmla="*/ 144780 h 144779"/>
                    <a:gd name="csX8" fmla="*/ 0 w 17144"/>
                    <a:gd name="csY8" fmla="*/ 144780 h 144779"/>
                    <a:gd name="csX9" fmla="*/ 0 w 17144"/>
                    <a:gd name="csY9" fmla="*/ 40576 h 1447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7144" h="144779">
                      <a:moveTo>
                        <a:pt x="0" y="0"/>
                      </a:moveTo>
                      <a:lnTo>
                        <a:pt x="17145" y="0"/>
                      </a:lnTo>
                      <a:lnTo>
                        <a:pt x="17145" y="21717"/>
                      </a:lnTo>
                      <a:lnTo>
                        <a:pt x="0" y="21717"/>
                      </a:lnTo>
                      <a:lnTo>
                        <a:pt x="0" y="0"/>
                      </a:lnTo>
                      <a:close/>
                      <a:moveTo>
                        <a:pt x="0" y="40576"/>
                      </a:moveTo>
                      <a:lnTo>
                        <a:pt x="17145" y="40576"/>
                      </a:lnTo>
                      <a:lnTo>
                        <a:pt x="17145" y="144780"/>
                      </a:lnTo>
                      <a:lnTo>
                        <a:pt x="0" y="144780"/>
                      </a:lnTo>
                      <a:lnTo>
                        <a:pt x="0" y="405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92" name="任意多边形: 形状 1291">
                  <a:extLst>
                    <a:ext uri="{FF2B5EF4-FFF2-40B4-BE49-F238E27FC236}">
                      <a16:creationId xmlns:a16="http://schemas.microsoft.com/office/drawing/2014/main" id="{5A8EB83C-3988-34D0-4A98-06E0BFD93320}"/>
                    </a:ext>
                  </a:extLst>
                </p:cNvPr>
                <p:cNvSpPr/>
                <p:nvPr/>
              </p:nvSpPr>
              <p:spPr>
                <a:xfrm>
                  <a:off x="11502643" y="5631132"/>
                  <a:ext cx="95630" cy="109156"/>
                </a:xfrm>
                <a:custGeom>
                  <a:avLst/>
                  <a:gdLst>
                    <a:gd name="csX0" fmla="*/ 47815 w 95630"/>
                    <a:gd name="csY0" fmla="*/ 0 h 109156"/>
                    <a:gd name="csX1" fmla="*/ 82867 w 95630"/>
                    <a:gd name="csY1" fmla="*/ 14478 h 109156"/>
                    <a:gd name="csX2" fmla="*/ 95631 w 95630"/>
                    <a:gd name="csY2" fmla="*/ 54673 h 109156"/>
                    <a:gd name="csX3" fmla="*/ 82867 w 95630"/>
                    <a:gd name="csY3" fmla="*/ 94678 h 109156"/>
                    <a:gd name="csX4" fmla="*/ 47815 w 95630"/>
                    <a:gd name="csY4" fmla="*/ 109156 h 109156"/>
                    <a:gd name="csX5" fmla="*/ 12573 w 95630"/>
                    <a:gd name="csY5" fmla="*/ 94678 h 109156"/>
                    <a:gd name="csX6" fmla="*/ 0 w 95630"/>
                    <a:gd name="csY6" fmla="*/ 54673 h 109156"/>
                    <a:gd name="csX7" fmla="*/ 12573 w 95630"/>
                    <a:gd name="csY7" fmla="*/ 14478 h 109156"/>
                    <a:gd name="csX8" fmla="*/ 47815 w 95630"/>
                    <a:gd name="csY8" fmla="*/ 0 h 109156"/>
                    <a:gd name="csX9" fmla="*/ 47815 w 95630"/>
                    <a:gd name="csY9" fmla="*/ 14478 h 109156"/>
                    <a:gd name="csX10" fmla="*/ 26098 w 95630"/>
                    <a:gd name="csY10" fmla="*/ 25336 h 109156"/>
                    <a:gd name="csX11" fmla="*/ 18097 w 95630"/>
                    <a:gd name="csY11" fmla="*/ 54673 h 109156"/>
                    <a:gd name="csX12" fmla="*/ 25908 w 95630"/>
                    <a:gd name="csY12" fmla="*/ 84201 h 109156"/>
                    <a:gd name="csX13" fmla="*/ 47815 w 95630"/>
                    <a:gd name="csY13" fmla="*/ 94869 h 109156"/>
                    <a:gd name="csX14" fmla="*/ 69532 w 95630"/>
                    <a:gd name="csY14" fmla="*/ 84201 h 109156"/>
                    <a:gd name="csX15" fmla="*/ 77533 w 95630"/>
                    <a:gd name="csY15" fmla="*/ 54673 h 109156"/>
                    <a:gd name="csX16" fmla="*/ 69532 w 95630"/>
                    <a:gd name="csY16" fmla="*/ 25336 h 109156"/>
                    <a:gd name="csX17" fmla="*/ 47815 w 95630"/>
                    <a:gd name="csY17" fmla="*/ 14478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95630" h="109156">
                      <a:moveTo>
                        <a:pt x="47815" y="0"/>
                      </a:moveTo>
                      <a:cubicBezTo>
                        <a:pt x="62674" y="0"/>
                        <a:pt x="74295" y="4953"/>
                        <a:pt x="82867" y="14478"/>
                      </a:cubicBezTo>
                      <a:cubicBezTo>
                        <a:pt x="91249" y="24193"/>
                        <a:pt x="95631" y="37528"/>
                        <a:pt x="95631" y="54673"/>
                      </a:cubicBezTo>
                      <a:cubicBezTo>
                        <a:pt x="95631" y="71818"/>
                        <a:pt x="91249" y="85153"/>
                        <a:pt x="82867" y="94678"/>
                      </a:cubicBezTo>
                      <a:cubicBezTo>
                        <a:pt x="74295" y="104394"/>
                        <a:pt x="62674" y="109156"/>
                        <a:pt x="47815" y="109156"/>
                      </a:cubicBezTo>
                      <a:cubicBezTo>
                        <a:pt x="32956" y="109156"/>
                        <a:pt x="20955" y="104394"/>
                        <a:pt x="12573" y="94678"/>
                      </a:cubicBezTo>
                      <a:cubicBezTo>
                        <a:pt x="4191" y="85153"/>
                        <a:pt x="0" y="71818"/>
                        <a:pt x="0" y="54673"/>
                      </a:cubicBezTo>
                      <a:cubicBezTo>
                        <a:pt x="0" y="37528"/>
                        <a:pt x="4191" y="24193"/>
                        <a:pt x="12573" y="14478"/>
                      </a:cubicBezTo>
                      <a:cubicBezTo>
                        <a:pt x="20955" y="4953"/>
                        <a:pt x="32766" y="0"/>
                        <a:pt x="47815" y="0"/>
                      </a:cubicBezTo>
                      <a:close/>
                      <a:moveTo>
                        <a:pt x="47815" y="14478"/>
                      </a:moveTo>
                      <a:cubicBezTo>
                        <a:pt x="38671" y="14478"/>
                        <a:pt x="31432" y="18097"/>
                        <a:pt x="26098" y="25336"/>
                      </a:cubicBezTo>
                      <a:cubicBezTo>
                        <a:pt x="20764" y="32575"/>
                        <a:pt x="18097" y="42291"/>
                        <a:pt x="18097" y="54673"/>
                      </a:cubicBezTo>
                      <a:cubicBezTo>
                        <a:pt x="18097" y="67056"/>
                        <a:pt x="20574" y="76962"/>
                        <a:pt x="25908" y="84201"/>
                      </a:cubicBezTo>
                      <a:cubicBezTo>
                        <a:pt x="31242" y="91440"/>
                        <a:pt x="38481" y="94869"/>
                        <a:pt x="47815" y="94869"/>
                      </a:cubicBezTo>
                      <a:cubicBezTo>
                        <a:pt x="57150" y="94869"/>
                        <a:pt x="64198" y="91440"/>
                        <a:pt x="69532" y="84201"/>
                      </a:cubicBezTo>
                      <a:cubicBezTo>
                        <a:pt x="74866" y="76962"/>
                        <a:pt x="77533" y="67246"/>
                        <a:pt x="77533" y="54673"/>
                      </a:cubicBezTo>
                      <a:cubicBezTo>
                        <a:pt x="77533" y="42100"/>
                        <a:pt x="74866" y="32575"/>
                        <a:pt x="69532" y="25336"/>
                      </a:cubicBezTo>
                      <a:cubicBezTo>
                        <a:pt x="64198" y="18097"/>
                        <a:pt x="56959" y="14478"/>
                        <a:pt x="47815" y="1447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93" name="任意多边形: 形状 1292">
                  <a:extLst>
                    <a:ext uri="{FF2B5EF4-FFF2-40B4-BE49-F238E27FC236}">
                      <a16:creationId xmlns:a16="http://schemas.microsoft.com/office/drawing/2014/main" id="{F2B37E7E-9058-ED23-8FCE-BC105F52778C}"/>
                    </a:ext>
                  </a:extLst>
                </p:cNvPr>
                <p:cNvSpPr/>
                <p:nvPr/>
              </p:nvSpPr>
              <p:spPr>
                <a:xfrm>
                  <a:off x="11626087" y="5631132"/>
                  <a:ext cx="87249" cy="106679"/>
                </a:xfrm>
                <a:custGeom>
                  <a:avLst/>
                  <a:gdLst>
                    <a:gd name="csX0" fmla="*/ 87249 w 87249"/>
                    <a:gd name="csY0" fmla="*/ 43815 h 106679"/>
                    <a:gd name="csX1" fmla="*/ 87249 w 87249"/>
                    <a:gd name="csY1" fmla="*/ 106680 h 106679"/>
                    <a:gd name="csX2" fmla="*/ 70104 w 87249"/>
                    <a:gd name="csY2" fmla="*/ 106680 h 106679"/>
                    <a:gd name="csX3" fmla="*/ 70104 w 87249"/>
                    <a:gd name="csY3" fmla="*/ 44386 h 106679"/>
                    <a:gd name="csX4" fmla="*/ 64198 w 87249"/>
                    <a:gd name="csY4" fmla="*/ 22288 h 106679"/>
                    <a:gd name="csX5" fmla="*/ 47054 w 87249"/>
                    <a:gd name="csY5" fmla="*/ 14859 h 106679"/>
                    <a:gd name="csX6" fmla="*/ 25146 w 87249"/>
                    <a:gd name="csY6" fmla="*/ 23813 h 106679"/>
                    <a:gd name="csX7" fmla="*/ 17145 w 87249"/>
                    <a:gd name="csY7" fmla="*/ 47815 h 106679"/>
                    <a:gd name="csX8" fmla="*/ 17145 w 87249"/>
                    <a:gd name="csY8" fmla="*/ 106680 h 106679"/>
                    <a:gd name="csX9" fmla="*/ 0 w 87249"/>
                    <a:gd name="csY9" fmla="*/ 106680 h 106679"/>
                    <a:gd name="csX10" fmla="*/ 0 w 87249"/>
                    <a:gd name="csY10" fmla="*/ 2476 h 106679"/>
                    <a:gd name="csX11" fmla="*/ 17145 w 87249"/>
                    <a:gd name="csY11" fmla="*/ 2476 h 106679"/>
                    <a:gd name="csX12" fmla="*/ 17145 w 87249"/>
                    <a:gd name="csY12" fmla="*/ 18669 h 106679"/>
                    <a:gd name="csX13" fmla="*/ 31623 w 87249"/>
                    <a:gd name="csY13" fmla="*/ 4763 h 106679"/>
                    <a:gd name="csX14" fmla="*/ 50864 w 87249"/>
                    <a:gd name="csY14" fmla="*/ 0 h 106679"/>
                    <a:gd name="csX15" fmla="*/ 77914 w 87249"/>
                    <a:gd name="csY15" fmla="*/ 11240 h 106679"/>
                    <a:gd name="csX16" fmla="*/ 87249 w 87249"/>
                    <a:gd name="csY16" fmla="*/ 43815 h 1066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87249" h="106679">
                      <a:moveTo>
                        <a:pt x="87249" y="43815"/>
                      </a:moveTo>
                      <a:lnTo>
                        <a:pt x="87249" y="106680"/>
                      </a:lnTo>
                      <a:lnTo>
                        <a:pt x="70104" y="106680"/>
                      </a:lnTo>
                      <a:lnTo>
                        <a:pt x="70104" y="44386"/>
                      </a:lnTo>
                      <a:cubicBezTo>
                        <a:pt x="70104" y="34480"/>
                        <a:pt x="68009" y="27241"/>
                        <a:pt x="64198" y="22288"/>
                      </a:cubicBezTo>
                      <a:cubicBezTo>
                        <a:pt x="60389" y="17335"/>
                        <a:pt x="54673" y="14859"/>
                        <a:pt x="47054" y="14859"/>
                      </a:cubicBezTo>
                      <a:cubicBezTo>
                        <a:pt x="37719" y="14859"/>
                        <a:pt x="30480" y="17907"/>
                        <a:pt x="25146" y="23813"/>
                      </a:cubicBezTo>
                      <a:cubicBezTo>
                        <a:pt x="19812" y="29718"/>
                        <a:pt x="17145" y="37719"/>
                        <a:pt x="17145" y="47815"/>
                      </a:cubicBezTo>
                      <a:lnTo>
                        <a:pt x="17145" y="106680"/>
                      </a:lnTo>
                      <a:lnTo>
                        <a:pt x="0" y="106680"/>
                      </a:lnTo>
                      <a:lnTo>
                        <a:pt x="0" y="2476"/>
                      </a:lnTo>
                      <a:lnTo>
                        <a:pt x="17145" y="2476"/>
                      </a:lnTo>
                      <a:lnTo>
                        <a:pt x="17145" y="18669"/>
                      </a:lnTo>
                      <a:cubicBezTo>
                        <a:pt x="21146" y="12573"/>
                        <a:pt x="25908" y="7810"/>
                        <a:pt x="31623" y="4763"/>
                      </a:cubicBezTo>
                      <a:cubicBezTo>
                        <a:pt x="37148" y="1715"/>
                        <a:pt x="43625" y="0"/>
                        <a:pt x="50864" y="0"/>
                      </a:cubicBezTo>
                      <a:cubicBezTo>
                        <a:pt x="62675" y="0"/>
                        <a:pt x="71819" y="3810"/>
                        <a:pt x="77914" y="11240"/>
                      </a:cubicBezTo>
                      <a:cubicBezTo>
                        <a:pt x="84011" y="18669"/>
                        <a:pt x="87249" y="29527"/>
                        <a:pt x="87249" y="4381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94" name="任意多边形: 形状 1293">
                  <a:extLst>
                    <a:ext uri="{FF2B5EF4-FFF2-40B4-BE49-F238E27FC236}">
                      <a16:creationId xmlns:a16="http://schemas.microsoft.com/office/drawing/2014/main" id="{B9EEC643-EFD7-3BFF-C2FF-B8B06C7F2FA0}"/>
                    </a:ext>
                  </a:extLst>
                </p:cNvPr>
                <p:cNvSpPr/>
                <p:nvPr/>
              </p:nvSpPr>
              <p:spPr>
                <a:xfrm>
                  <a:off x="11800300" y="5631132"/>
                  <a:ext cx="79628" cy="109156"/>
                </a:xfrm>
                <a:custGeom>
                  <a:avLst/>
                  <a:gdLst>
                    <a:gd name="csX0" fmla="*/ 74104 w 79628"/>
                    <a:gd name="csY0" fmla="*/ 5524 h 109156"/>
                    <a:gd name="csX1" fmla="*/ 74104 w 79628"/>
                    <a:gd name="csY1" fmla="*/ 21717 h 109156"/>
                    <a:gd name="csX2" fmla="*/ 59055 w 79628"/>
                    <a:gd name="csY2" fmla="*/ 16192 h 109156"/>
                    <a:gd name="csX3" fmla="*/ 42863 w 79628"/>
                    <a:gd name="csY3" fmla="*/ 14288 h 109156"/>
                    <a:gd name="csX4" fmla="*/ 23622 w 79628"/>
                    <a:gd name="csY4" fmla="*/ 18288 h 109156"/>
                    <a:gd name="csX5" fmla="*/ 17336 w 79628"/>
                    <a:gd name="csY5" fmla="*/ 29908 h 109156"/>
                    <a:gd name="csX6" fmla="*/ 21907 w 79628"/>
                    <a:gd name="csY6" fmla="*/ 39243 h 109156"/>
                    <a:gd name="csX7" fmla="*/ 40195 w 79628"/>
                    <a:gd name="csY7" fmla="*/ 45720 h 109156"/>
                    <a:gd name="csX8" fmla="*/ 46101 w 79628"/>
                    <a:gd name="csY8" fmla="*/ 47053 h 109156"/>
                    <a:gd name="csX9" fmla="*/ 72009 w 79628"/>
                    <a:gd name="csY9" fmla="*/ 58102 h 109156"/>
                    <a:gd name="csX10" fmla="*/ 79629 w 79628"/>
                    <a:gd name="csY10" fmla="*/ 77915 h 109156"/>
                    <a:gd name="csX11" fmla="*/ 68199 w 79628"/>
                    <a:gd name="csY11" fmla="*/ 100774 h 109156"/>
                    <a:gd name="csX12" fmla="*/ 36576 w 79628"/>
                    <a:gd name="csY12" fmla="*/ 109156 h 109156"/>
                    <a:gd name="csX13" fmla="*/ 19050 w 79628"/>
                    <a:gd name="csY13" fmla="*/ 107632 h 109156"/>
                    <a:gd name="csX14" fmla="*/ 0 w 79628"/>
                    <a:gd name="csY14" fmla="*/ 102870 h 109156"/>
                    <a:gd name="csX15" fmla="*/ 0 w 79628"/>
                    <a:gd name="csY15" fmla="*/ 85153 h 109156"/>
                    <a:gd name="csX16" fmla="*/ 18669 w 79628"/>
                    <a:gd name="csY16" fmla="*/ 92583 h 109156"/>
                    <a:gd name="csX17" fmla="*/ 36957 w 79628"/>
                    <a:gd name="csY17" fmla="*/ 95059 h 109156"/>
                    <a:gd name="csX18" fmla="*/ 55626 w 79628"/>
                    <a:gd name="csY18" fmla="*/ 91059 h 109156"/>
                    <a:gd name="csX19" fmla="*/ 62103 w 79628"/>
                    <a:gd name="csY19" fmla="*/ 79248 h 109156"/>
                    <a:gd name="csX20" fmla="*/ 57340 w 79628"/>
                    <a:gd name="csY20" fmla="*/ 68580 h 109156"/>
                    <a:gd name="csX21" fmla="*/ 36766 w 79628"/>
                    <a:gd name="csY21" fmla="*/ 61341 h 109156"/>
                    <a:gd name="csX22" fmla="*/ 30861 w 79628"/>
                    <a:gd name="csY22" fmla="*/ 60007 h 109156"/>
                    <a:gd name="csX23" fmla="*/ 7811 w 79628"/>
                    <a:gd name="csY23" fmla="*/ 49720 h 109156"/>
                    <a:gd name="csX24" fmla="*/ 762 w 79628"/>
                    <a:gd name="csY24" fmla="*/ 30670 h 109156"/>
                    <a:gd name="csX25" fmla="*/ 11049 w 79628"/>
                    <a:gd name="csY25" fmla="*/ 8001 h 109156"/>
                    <a:gd name="csX26" fmla="*/ 40767 w 79628"/>
                    <a:gd name="csY26" fmla="*/ 0 h 109156"/>
                    <a:gd name="csX27" fmla="*/ 58674 w 79628"/>
                    <a:gd name="csY27" fmla="*/ 1524 h 109156"/>
                    <a:gd name="csX28" fmla="*/ 74104 w 79628"/>
                    <a:gd name="csY28" fmla="*/ 5524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79628" h="109156">
                      <a:moveTo>
                        <a:pt x="74104" y="5524"/>
                      </a:moveTo>
                      <a:lnTo>
                        <a:pt x="74104" y="21717"/>
                      </a:lnTo>
                      <a:cubicBezTo>
                        <a:pt x="69151" y="19431"/>
                        <a:pt x="64198" y="17526"/>
                        <a:pt x="59055" y="16192"/>
                      </a:cubicBezTo>
                      <a:cubicBezTo>
                        <a:pt x="53721" y="15049"/>
                        <a:pt x="48387" y="14288"/>
                        <a:pt x="42863" y="14288"/>
                      </a:cubicBezTo>
                      <a:cubicBezTo>
                        <a:pt x="34290" y="14288"/>
                        <a:pt x="27813" y="15621"/>
                        <a:pt x="23622" y="18288"/>
                      </a:cubicBezTo>
                      <a:cubicBezTo>
                        <a:pt x="19431" y="20955"/>
                        <a:pt x="17336" y="24765"/>
                        <a:pt x="17336" y="29908"/>
                      </a:cubicBezTo>
                      <a:cubicBezTo>
                        <a:pt x="17336" y="33909"/>
                        <a:pt x="18859" y="36957"/>
                        <a:pt x="21907" y="39243"/>
                      </a:cubicBezTo>
                      <a:cubicBezTo>
                        <a:pt x="24955" y="41529"/>
                        <a:pt x="31051" y="43815"/>
                        <a:pt x="40195" y="45720"/>
                      </a:cubicBezTo>
                      <a:lnTo>
                        <a:pt x="46101" y="47053"/>
                      </a:lnTo>
                      <a:cubicBezTo>
                        <a:pt x="58293" y="49720"/>
                        <a:pt x="66865" y="53530"/>
                        <a:pt x="72009" y="58102"/>
                      </a:cubicBezTo>
                      <a:cubicBezTo>
                        <a:pt x="76962" y="62865"/>
                        <a:pt x="79629" y="69532"/>
                        <a:pt x="79629" y="77915"/>
                      </a:cubicBezTo>
                      <a:cubicBezTo>
                        <a:pt x="79629" y="87630"/>
                        <a:pt x="75819" y="95250"/>
                        <a:pt x="68199" y="100774"/>
                      </a:cubicBezTo>
                      <a:cubicBezTo>
                        <a:pt x="60579" y="106490"/>
                        <a:pt x="49911" y="109156"/>
                        <a:pt x="36576" y="109156"/>
                      </a:cubicBezTo>
                      <a:cubicBezTo>
                        <a:pt x="30861" y="109156"/>
                        <a:pt x="25146" y="108585"/>
                        <a:pt x="19050" y="107632"/>
                      </a:cubicBezTo>
                      <a:cubicBezTo>
                        <a:pt x="12954" y="106680"/>
                        <a:pt x="6667" y="105156"/>
                        <a:pt x="0" y="102870"/>
                      </a:cubicBezTo>
                      <a:lnTo>
                        <a:pt x="0" y="85153"/>
                      </a:lnTo>
                      <a:cubicBezTo>
                        <a:pt x="6286" y="88582"/>
                        <a:pt x="12573" y="91059"/>
                        <a:pt x="18669" y="92583"/>
                      </a:cubicBezTo>
                      <a:cubicBezTo>
                        <a:pt x="24765" y="94297"/>
                        <a:pt x="30861" y="95059"/>
                        <a:pt x="36957" y="95059"/>
                      </a:cubicBezTo>
                      <a:cubicBezTo>
                        <a:pt x="44958" y="95059"/>
                        <a:pt x="51245" y="93726"/>
                        <a:pt x="55626" y="91059"/>
                      </a:cubicBezTo>
                      <a:cubicBezTo>
                        <a:pt x="59817" y="88392"/>
                        <a:pt x="62103" y="84391"/>
                        <a:pt x="62103" y="79248"/>
                      </a:cubicBezTo>
                      <a:cubicBezTo>
                        <a:pt x="62103" y="74676"/>
                        <a:pt x="60388" y="71056"/>
                        <a:pt x="57340" y="68580"/>
                      </a:cubicBezTo>
                      <a:cubicBezTo>
                        <a:pt x="54292" y="66103"/>
                        <a:pt x="47434" y="63627"/>
                        <a:pt x="36766" y="61341"/>
                      </a:cubicBezTo>
                      <a:lnTo>
                        <a:pt x="30861" y="60007"/>
                      </a:lnTo>
                      <a:cubicBezTo>
                        <a:pt x="20193" y="57721"/>
                        <a:pt x="12382" y="54292"/>
                        <a:pt x="7811" y="49720"/>
                      </a:cubicBezTo>
                      <a:cubicBezTo>
                        <a:pt x="3048" y="45148"/>
                        <a:pt x="762" y="38862"/>
                        <a:pt x="762" y="30670"/>
                      </a:cubicBezTo>
                      <a:cubicBezTo>
                        <a:pt x="762" y="20955"/>
                        <a:pt x="4191" y="13335"/>
                        <a:pt x="11049" y="8001"/>
                      </a:cubicBezTo>
                      <a:cubicBezTo>
                        <a:pt x="17907" y="2667"/>
                        <a:pt x="27813" y="0"/>
                        <a:pt x="40767" y="0"/>
                      </a:cubicBezTo>
                      <a:cubicBezTo>
                        <a:pt x="47054" y="0"/>
                        <a:pt x="52959" y="571"/>
                        <a:pt x="58674" y="1524"/>
                      </a:cubicBezTo>
                      <a:cubicBezTo>
                        <a:pt x="64198" y="2476"/>
                        <a:pt x="69342" y="3810"/>
                        <a:pt x="74104" y="552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95" name="任意多边形: 形状 1294">
                  <a:extLst>
                    <a:ext uri="{FF2B5EF4-FFF2-40B4-BE49-F238E27FC236}">
                      <a16:creationId xmlns:a16="http://schemas.microsoft.com/office/drawing/2014/main" id="{ADC90E89-E1F2-9837-9AA4-0E428EA2E8B5}"/>
                    </a:ext>
                  </a:extLst>
                </p:cNvPr>
                <p:cNvSpPr/>
                <p:nvPr/>
              </p:nvSpPr>
              <p:spPr>
                <a:xfrm>
                  <a:off x="11907170" y="5593032"/>
                  <a:ext cx="17144" cy="144779"/>
                </a:xfrm>
                <a:custGeom>
                  <a:avLst/>
                  <a:gdLst>
                    <a:gd name="csX0" fmla="*/ 0 w 17144"/>
                    <a:gd name="csY0" fmla="*/ 0 h 144779"/>
                    <a:gd name="csX1" fmla="*/ 17145 w 17144"/>
                    <a:gd name="csY1" fmla="*/ 0 h 144779"/>
                    <a:gd name="csX2" fmla="*/ 17145 w 17144"/>
                    <a:gd name="csY2" fmla="*/ 21717 h 144779"/>
                    <a:gd name="csX3" fmla="*/ 0 w 17144"/>
                    <a:gd name="csY3" fmla="*/ 21717 h 144779"/>
                    <a:gd name="csX4" fmla="*/ 0 w 17144"/>
                    <a:gd name="csY4" fmla="*/ 0 h 144779"/>
                    <a:gd name="csX5" fmla="*/ 0 w 17144"/>
                    <a:gd name="csY5" fmla="*/ 40576 h 144779"/>
                    <a:gd name="csX6" fmla="*/ 17145 w 17144"/>
                    <a:gd name="csY6" fmla="*/ 40576 h 144779"/>
                    <a:gd name="csX7" fmla="*/ 17145 w 17144"/>
                    <a:gd name="csY7" fmla="*/ 144780 h 144779"/>
                    <a:gd name="csX8" fmla="*/ 0 w 17144"/>
                    <a:gd name="csY8" fmla="*/ 144780 h 144779"/>
                    <a:gd name="csX9" fmla="*/ 0 w 17144"/>
                    <a:gd name="csY9" fmla="*/ 40576 h 1447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7144" h="144779">
                      <a:moveTo>
                        <a:pt x="0" y="0"/>
                      </a:moveTo>
                      <a:lnTo>
                        <a:pt x="17145" y="0"/>
                      </a:lnTo>
                      <a:lnTo>
                        <a:pt x="17145" y="21717"/>
                      </a:lnTo>
                      <a:lnTo>
                        <a:pt x="0" y="21717"/>
                      </a:lnTo>
                      <a:lnTo>
                        <a:pt x="0" y="0"/>
                      </a:lnTo>
                      <a:close/>
                      <a:moveTo>
                        <a:pt x="0" y="40576"/>
                      </a:moveTo>
                      <a:lnTo>
                        <a:pt x="17145" y="40576"/>
                      </a:lnTo>
                      <a:lnTo>
                        <a:pt x="17145" y="144780"/>
                      </a:lnTo>
                      <a:lnTo>
                        <a:pt x="0" y="144780"/>
                      </a:lnTo>
                      <a:lnTo>
                        <a:pt x="0" y="405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96" name="任意多边形: 形状 1295">
                  <a:extLst>
                    <a:ext uri="{FF2B5EF4-FFF2-40B4-BE49-F238E27FC236}">
                      <a16:creationId xmlns:a16="http://schemas.microsoft.com/office/drawing/2014/main" id="{87321FCF-BDD8-3021-9CE8-56770DA7275A}"/>
                    </a:ext>
                  </a:extLst>
                </p:cNvPr>
                <p:cNvSpPr/>
                <p:nvPr/>
              </p:nvSpPr>
              <p:spPr>
                <a:xfrm>
                  <a:off x="11947366" y="5604080"/>
                  <a:ext cx="64959" cy="133731"/>
                </a:xfrm>
                <a:custGeom>
                  <a:avLst/>
                  <a:gdLst>
                    <a:gd name="csX0" fmla="*/ 29718 w 64959"/>
                    <a:gd name="csY0" fmla="*/ 0 h 133731"/>
                    <a:gd name="csX1" fmla="*/ 29718 w 64959"/>
                    <a:gd name="csY1" fmla="*/ 29527 h 133731"/>
                    <a:gd name="csX2" fmla="*/ 64960 w 64959"/>
                    <a:gd name="csY2" fmla="*/ 29527 h 133731"/>
                    <a:gd name="csX3" fmla="*/ 64960 w 64959"/>
                    <a:gd name="csY3" fmla="*/ 42863 h 133731"/>
                    <a:gd name="csX4" fmla="*/ 29718 w 64959"/>
                    <a:gd name="csY4" fmla="*/ 42863 h 133731"/>
                    <a:gd name="csX5" fmla="*/ 29718 w 64959"/>
                    <a:gd name="csY5" fmla="*/ 99441 h 133731"/>
                    <a:gd name="csX6" fmla="*/ 33147 w 64959"/>
                    <a:gd name="csY6" fmla="*/ 115824 h 133731"/>
                    <a:gd name="csX7" fmla="*/ 47434 w 64959"/>
                    <a:gd name="csY7" fmla="*/ 119444 h 133731"/>
                    <a:gd name="csX8" fmla="*/ 64960 w 64959"/>
                    <a:gd name="csY8" fmla="*/ 119444 h 133731"/>
                    <a:gd name="csX9" fmla="*/ 64960 w 64959"/>
                    <a:gd name="csY9" fmla="*/ 133731 h 133731"/>
                    <a:gd name="csX10" fmla="*/ 47434 w 64959"/>
                    <a:gd name="csY10" fmla="*/ 133731 h 133731"/>
                    <a:gd name="csX11" fmla="*/ 20002 w 64959"/>
                    <a:gd name="csY11" fmla="*/ 126302 h 133731"/>
                    <a:gd name="csX12" fmla="*/ 12572 w 64959"/>
                    <a:gd name="csY12" fmla="*/ 99441 h 133731"/>
                    <a:gd name="csX13" fmla="*/ 12572 w 64959"/>
                    <a:gd name="csY13" fmla="*/ 42863 h 133731"/>
                    <a:gd name="csX14" fmla="*/ 0 w 64959"/>
                    <a:gd name="csY14" fmla="*/ 42863 h 133731"/>
                    <a:gd name="csX15" fmla="*/ 0 w 64959"/>
                    <a:gd name="csY15" fmla="*/ 29527 h 133731"/>
                    <a:gd name="csX16" fmla="*/ 12572 w 64959"/>
                    <a:gd name="csY16" fmla="*/ 29527 h 133731"/>
                    <a:gd name="csX17" fmla="*/ 12572 w 64959"/>
                    <a:gd name="csY17" fmla="*/ 0 h 133731"/>
                    <a:gd name="csX18" fmla="*/ 29718 w 64959"/>
                    <a:gd name="csY18" fmla="*/ 0 h 1337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64959" h="133731">
                      <a:moveTo>
                        <a:pt x="29718" y="0"/>
                      </a:moveTo>
                      <a:lnTo>
                        <a:pt x="29718" y="29527"/>
                      </a:lnTo>
                      <a:lnTo>
                        <a:pt x="64960" y="29527"/>
                      </a:lnTo>
                      <a:lnTo>
                        <a:pt x="64960" y="42863"/>
                      </a:lnTo>
                      <a:lnTo>
                        <a:pt x="29718" y="42863"/>
                      </a:lnTo>
                      <a:lnTo>
                        <a:pt x="29718" y="99441"/>
                      </a:lnTo>
                      <a:cubicBezTo>
                        <a:pt x="29718" y="108014"/>
                        <a:pt x="30861" y="113538"/>
                        <a:pt x="33147" y="115824"/>
                      </a:cubicBezTo>
                      <a:cubicBezTo>
                        <a:pt x="35433" y="118300"/>
                        <a:pt x="40195" y="119444"/>
                        <a:pt x="47434" y="119444"/>
                      </a:cubicBezTo>
                      <a:lnTo>
                        <a:pt x="64960" y="119444"/>
                      </a:lnTo>
                      <a:lnTo>
                        <a:pt x="64960" y="133731"/>
                      </a:lnTo>
                      <a:lnTo>
                        <a:pt x="47434" y="133731"/>
                      </a:lnTo>
                      <a:cubicBezTo>
                        <a:pt x="34099" y="133731"/>
                        <a:pt x="24955" y="131254"/>
                        <a:pt x="20002" y="126302"/>
                      </a:cubicBezTo>
                      <a:cubicBezTo>
                        <a:pt x="15049" y="121348"/>
                        <a:pt x="12572" y="112395"/>
                        <a:pt x="12572" y="99441"/>
                      </a:cubicBezTo>
                      <a:lnTo>
                        <a:pt x="12572" y="42863"/>
                      </a:lnTo>
                      <a:lnTo>
                        <a:pt x="0" y="42863"/>
                      </a:lnTo>
                      <a:lnTo>
                        <a:pt x="0" y="29527"/>
                      </a:lnTo>
                      <a:lnTo>
                        <a:pt x="12572" y="29527"/>
                      </a:lnTo>
                      <a:lnTo>
                        <a:pt x="12572" y="0"/>
                      </a:lnTo>
                      <a:lnTo>
                        <a:pt x="2971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297" name="任意多边形: 形状 1296">
                  <a:extLst>
                    <a:ext uri="{FF2B5EF4-FFF2-40B4-BE49-F238E27FC236}">
                      <a16:creationId xmlns:a16="http://schemas.microsoft.com/office/drawing/2014/main" id="{07453030-349A-1F16-E313-51F67ACB36B4}"/>
                    </a:ext>
                  </a:extLst>
                </p:cNvPr>
                <p:cNvSpPr/>
                <p:nvPr/>
              </p:nvSpPr>
              <p:spPr>
                <a:xfrm>
                  <a:off x="12027375" y="5631132"/>
                  <a:ext cx="96583" cy="109156"/>
                </a:xfrm>
                <a:custGeom>
                  <a:avLst/>
                  <a:gdLst>
                    <a:gd name="csX0" fmla="*/ 79439 w 96583"/>
                    <a:gd name="csY0" fmla="*/ 45339 h 109156"/>
                    <a:gd name="csX1" fmla="*/ 71628 w 96583"/>
                    <a:gd name="csY1" fmla="*/ 22860 h 109156"/>
                    <a:gd name="csX2" fmla="*/ 51245 w 96583"/>
                    <a:gd name="csY2" fmla="*/ 14478 h 109156"/>
                    <a:gd name="csX3" fmla="*/ 28385 w 96583"/>
                    <a:gd name="csY3" fmla="*/ 22669 h 109156"/>
                    <a:gd name="csX4" fmla="*/ 18479 w 96583"/>
                    <a:gd name="csY4" fmla="*/ 45339 h 109156"/>
                    <a:gd name="csX5" fmla="*/ 79439 w 96583"/>
                    <a:gd name="csY5" fmla="*/ 45339 h 109156"/>
                    <a:gd name="csX6" fmla="*/ 96584 w 96583"/>
                    <a:gd name="csY6" fmla="*/ 50292 h 109156"/>
                    <a:gd name="csX7" fmla="*/ 96584 w 96583"/>
                    <a:gd name="csY7" fmla="*/ 58674 h 109156"/>
                    <a:gd name="csX8" fmla="*/ 17907 w 96583"/>
                    <a:gd name="csY8" fmla="*/ 58674 h 109156"/>
                    <a:gd name="csX9" fmla="*/ 28575 w 96583"/>
                    <a:gd name="csY9" fmla="*/ 85725 h 109156"/>
                    <a:gd name="csX10" fmla="*/ 55055 w 96583"/>
                    <a:gd name="csY10" fmla="*/ 94869 h 109156"/>
                    <a:gd name="csX11" fmla="*/ 74105 w 96583"/>
                    <a:gd name="csY11" fmla="*/ 92583 h 109156"/>
                    <a:gd name="csX12" fmla="*/ 92583 w 96583"/>
                    <a:gd name="csY12" fmla="*/ 85153 h 109156"/>
                    <a:gd name="csX13" fmla="*/ 92583 w 96583"/>
                    <a:gd name="csY13" fmla="*/ 101346 h 109156"/>
                    <a:gd name="csX14" fmla="*/ 73723 w 96583"/>
                    <a:gd name="csY14" fmla="*/ 107251 h 109156"/>
                    <a:gd name="csX15" fmla="*/ 54102 w 96583"/>
                    <a:gd name="csY15" fmla="*/ 109156 h 109156"/>
                    <a:gd name="csX16" fmla="*/ 14478 w 96583"/>
                    <a:gd name="csY16" fmla="*/ 94869 h 109156"/>
                    <a:gd name="csX17" fmla="*/ 0 w 96583"/>
                    <a:gd name="csY17" fmla="*/ 55626 h 109156"/>
                    <a:gd name="csX18" fmla="*/ 13716 w 96583"/>
                    <a:gd name="csY18" fmla="*/ 15049 h 109156"/>
                    <a:gd name="csX19" fmla="*/ 51054 w 96583"/>
                    <a:gd name="csY19" fmla="*/ 0 h 109156"/>
                    <a:gd name="csX20" fmla="*/ 84391 w 96583"/>
                    <a:gd name="csY20" fmla="*/ 13525 h 109156"/>
                    <a:gd name="csX21" fmla="*/ 96584 w 96583"/>
                    <a:gd name="csY21" fmla="*/ 50292 h 1091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96583" h="109156">
                      <a:moveTo>
                        <a:pt x="79439" y="45339"/>
                      </a:moveTo>
                      <a:cubicBezTo>
                        <a:pt x="79248" y="36004"/>
                        <a:pt x="76581" y="28575"/>
                        <a:pt x="71628" y="22860"/>
                      </a:cubicBezTo>
                      <a:cubicBezTo>
                        <a:pt x="66485" y="17335"/>
                        <a:pt x="59627" y="14478"/>
                        <a:pt x="51245" y="14478"/>
                      </a:cubicBezTo>
                      <a:cubicBezTo>
                        <a:pt x="41720" y="14478"/>
                        <a:pt x="34100" y="17335"/>
                        <a:pt x="28385" y="22669"/>
                      </a:cubicBezTo>
                      <a:cubicBezTo>
                        <a:pt x="22670" y="28003"/>
                        <a:pt x="19241" y="35623"/>
                        <a:pt x="18479" y="45339"/>
                      </a:cubicBezTo>
                      <a:lnTo>
                        <a:pt x="79439" y="45339"/>
                      </a:lnTo>
                      <a:close/>
                      <a:moveTo>
                        <a:pt x="96584" y="50292"/>
                      </a:moveTo>
                      <a:lnTo>
                        <a:pt x="96584" y="58674"/>
                      </a:lnTo>
                      <a:lnTo>
                        <a:pt x="17907" y="58674"/>
                      </a:lnTo>
                      <a:cubicBezTo>
                        <a:pt x="18669" y="70485"/>
                        <a:pt x="22098" y="79629"/>
                        <a:pt x="28575" y="85725"/>
                      </a:cubicBezTo>
                      <a:cubicBezTo>
                        <a:pt x="34862" y="91821"/>
                        <a:pt x="43625" y="94869"/>
                        <a:pt x="55055" y="94869"/>
                      </a:cubicBezTo>
                      <a:cubicBezTo>
                        <a:pt x="61532" y="94869"/>
                        <a:pt x="68009" y="94107"/>
                        <a:pt x="74105" y="92583"/>
                      </a:cubicBezTo>
                      <a:cubicBezTo>
                        <a:pt x="80200" y="91059"/>
                        <a:pt x="86487" y="88582"/>
                        <a:pt x="92583" y="85153"/>
                      </a:cubicBezTo>
                      <a:lnTo>
                        <a:pt x="92583" y="101346"/>
                      </a:lnTo>
                      <a:cubicBezTo>
                        <a:pt x="86487" y="104013"/>
                        <a:pt x="80200" y="106108"/>
                        <a:pt x="73723" y="107251"/>
                      </a:cubicBezTo>
                      <a:cubicBezTo>
                        <a:pt x="67246" y="108394"/>
                        <a:pt x="60579" y="109156"/>
                        <a:pt x="54102" y="109156"/>
                      </a:cubicBezTo>
                      <a:cubicBezTo>
                        <a:pt x="37338" y="109156"/>
                        <a:pt x="24194" y="104394"/>
                        <a:pt x="14478" y="94869"/>
                      </a:cubicBezTo>
                      <a:cubicBezTo>
                        <a:pt x="4763" y="85344"/>
                        <a:pt x="0" y="72199"/>
                        <a:pt x="0" y="55626"/>
                      </a:cubicBezTo>
                      <a:cubicBezTo>
                        <a:pt x="0" y="39052"/>
                        <a:pt x="4572" y="25146"/>
                        <a:pt x="13716" y="15049"/>
                      </a:cubicBezTo>
                      <a:cubicBezTo>
                        <a:pt x="22860" y="5143"/>
                        <a:pt x="35433" y="0"/>
                        <a:pt x="51054" y="0"/>
                      </a:cubicBezTo>
                      <a:cubicBezTo>
                        <a:pt x="65151" y="0"/>
                        <a:pt x="76200" y="4572"/>
                        <a:pt x="84391" y="13525"/>
                      </a:cubicBezTo>
                      <a:cubicBezTo>
                        <a:pt x="92393" y="22669"/>
                        <a:pt x="96584" y="34861"/>
                        <a:pt x="96584" y="5029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</p:sp>
          </p:grpSp>
        </p:grpSp>
        <p:cxnSp>
          <p:nvCxnSpPr>
            <p:cNvPr id="1301" name="直接箭头连接符 1300">
              <a:extLst>
                <a:ext uri="{FF2B5EF4-FFF2-40B4-BE49-F238E27FC236}">
                  <a16:creationId xmlns:a16="http://schemas.microsoft.com/office/drawing/2014/main" id="{DCE09033-1C28-6227-0D9B-4604A713B9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34619" y="13710780"/>
              <a:ext cx="506456" cy="0"/>
            </a:xfrm>
            <a:prstGeom prst="straightConnector1">
              <a:avLst/>
            </a:prstGeom>
            <a:ln w="18415" cap="flat" cmpd="sng">
              <a:solidFill>
                <a:srgbClr val="39434B"/>
              </a:solidFill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21" name="文本框 1320">
            <a:extLst>
              <a:ext uri="{FF2B5EF4-FFF2-40B4-BE49-F238E27FC236}">
                <a16:creationId xmlns:a16="http://schemas.microsoft.com/office/drawing/2014/main" id="{40A423E6-3AE2-87AE-B59C-A863B7F465D2}"/>
              </a:ext>
            </a:extLst>
          </p:cNvPr>
          <p:cNvSpPr txBox="1"/>
          <p:nvPr/>
        </p:nvSpPr>
        <p:spPr>
          <a:xfrm>
            <a:off x="7140565" y="11117596"/>
            <a:ext cx="2554513" cy="34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Ground Truth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2" name="文本框 1321">
            <a:extLst>
              <a:ext uri="{FF2B5EF4-FFF2-40B4-BE49-F238E27FC236}">
                <a16:creationId xmlns:a16="http://schemas.microsoft.com/office/drawing/2014/main" id="{AACCED9D-5098-D547-8659-461E6907EF1C}"/>
              </a:ext>
            </a:extLst>
          </p:cNvPr>
          <p:cNvSpPr txBox="1"/>
          <p:nvPr/>
        </p:nvSpPr>
        <p:spPr>
          <a:xfrm>
            <a:off x="7134469" y="11924609"/>
            <a:ext cx="2554513" cy="343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Predictions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3" name="文本框 1322">
            <a:extLst>
              <a:ext uri="{FF2B5EF4-FFF2-40B4-BE49-F238E27FC236}">
                <a16:creationId xmlns:a16="http://schemas.microsoft.com/office/drawing/2014/main" id="{8DAD6E82-6E2F-F603-71A7-088538E58AF1}"/>
              </a:ext>
            </a:extLst>
          </p:cNvPr>
          <p:cNvSpPr txBox="1"/>
          <p:nvPr/>
        </p:nvSpPr>
        <p:spPr>
          <a:xfrm>
            <a:off x="11824588" y="10573608"/>
            <a:ext cx="1961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Re-run prediction</a:t>
            </a:r>
          </a:p>
        </p:txBody>
      </p:sp>
      <p:cxnSp>
        <p:nvCxnSpPr>
          <p:cNvPr id="2000" name="V13r2_overview_shortcut0"/>
          <p:cNvCxnSpPr/>
          <p:nvPr/>
        </p:nvCxnSpPr>
        <p:spPr>
          <a:xfrm>
            <a:off x="5283200" y="1193800"/>
            <a:ext cx="2273300" cy="0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</a:ln>
        </p:spPr>
      </p:cxnSp>
      <p:cxnSp>
        <p:nvCxnSpPr>
          <p:cNvPr id="2001" name="V13r2_overview_shortcut1"/>
          <p:cNvCxnSpPr/>
          <p:nvPr/>
        </p:nvCxnSpPr>
        <p:spPr>
          <a:xfrm>
            <a:off x="7556500" y="1193800"/>
            <a:ext cx="0" cy="1028700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2002" name="V13r2_overview_fusion_to_sum"/>
          <p:cNvCxnSpPr/>
          <p:nvPr/>
        </p:nvCxnSpPr>
        <p:spPr>
          <a:xfrm>
            <a:off x="7391400" y="2336800"/>
            <a:ext cx="50800" cy="0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</a:ln>
        </p:spPr>
      </p:cxnSp>
      <p:sp>
        <p:nvSpPr>
          <p:cNvPr id="2003" name="V13r2_overview_residual_add"/>
          <p:cNvSpPr/>
          <p:nvPr/>
        </p:nvSpPr>
        <p:spPr>
          <a:xfrm>
            <a:off x="7442200" y="2222500"/>
            <a:ext cx="228600" cy="228600"/>
          </a:xfrm>
          <a:prstGeom prst="ellipse">
            <a:avLst/>
          </a:prstGeom>
          <a:solidFill>
            <a:srgbClr val="FFFFFF"/>
          </a:solidFill>
          <a:ln w="13335" cap="flat" cmpd="sng">
            <a:solidFill>
              <a:srgbClr val="65747F"/>
            </a:solidFill>
            <a:round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600" b="0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cxnSp>
        <p:nvCxnSpPr>
          <p:cNvPr id="2004" name="V13r2_overview_to_gru"/>
          <p:cNvCxnSpPr/>
          <p:nvPr/>
        </p:nvCxnSpPr>
        <p:spPr>
          <a:xfrm>
            <a:off x="7670800" y="2336800"/>
            <a:ext cx="304800" cy="0"/>
          </a:xfrm>
          <a:prstGeom prst="straightConnector1">
            <a:avLst/>
          </a:prstGeom>
          <a:ln w="22860" cap="flat" cmpd="sng">
            <a:solidFill>
              <a:srgbClr val="39434B"/>
            </a:solidFill>
            <a:round/>
            <a:tailEnd type="triangle" w="med" len="med"/>
          </a:ln>
        </p:spPr>
      </p:cxnSp>
      <p:sp>
        <p:nvSpPr>
          <p:cNvPr id="2005" name="V13r2_se_container"/>
          <p:cNvSpPr/>
          <p:nvPr/>
        </p:nvSpPr>
        <p:spPr>
          <a:xfrm>
            <a:off x="4300728" y="4818888"/>
            <a:ext cx="2152269" cy="1892300"/>
          </a:xfrm>
          <a:prstGeom prst="roundRect">
            <a:avLst>
              <a:gd name="adj" fmla="val 12000"/>
            </a:avLst>
          </a:prstGeom>
          <a:solidFill>
            <a:srgbClr val="FEF7F6"/>
          </a:solidFill>
          <a:ln w="13335" cap="flat" cmpd="sng">
            <a:solidFill>
              <a:srgbClr val="65747F"/>
            </a:solidFill>
            <a:round/>
          </a:ln>
        </p:spPr>
      </p:sp>
      <p:sp>
        <p:nvSpPr>
          <p:cNvPr id="2006" name="V13r2_se_name"/>
          <p:cNvSpPr/>
          <p:nvPr/>
        </p:nvSpPr>
        <p:spPr>
          <a:xfrm>
            <a:off x="4368800" y="4889500"/>
            <a:ext cx="2006600" cy="304800"/>
          </a:xfrm>
          <a:prstGeom prst="rect">
            <a:avLst/>
          </a:prstGeom>
          <a:noFill/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500" b="1">
                <a:solidFill>
                  <a:srgbClr val="000000"/>
                </a:solidFill>
                <a:latin typeface="Arial"/>
              </a:rPr>
              <a:t>SE attention</a:t>
            </a:r>
          </a:p>
        </p:txBody>
      </p:sp>
      <p:sp>
        <p:nvSpPr>
          <p:cNvPr id="2007" name="V13r2_se_pool"/>
          <p:cNvSpPr/>
          <p:nvPr/>
        </p:nvSpPr>
        <p:spPr>
          <a:xfrm>
            <a:off x="4394200" y="5270500"/>
            <a:ext cx="1879600" cy="317500"/>
          </a:xfrm>
          <a:prstGeom prst="roundRect">
            <a:avLst>
              <a:gd name="adj" fmla="val 12000"/>
            </a:avLst>
          </a:prstGeom>
          <a:solidFill>
            <a:srgbClr val="FBE0DD"/>
          </a:solidFill>
          <a:ln w="13335" cap="flat" cmpd="sng">
            <a:solidFill>
              <a:srgbClr val="65747F"/>
            </a:solidFill>
            <a:round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300" b="1">
                <a:solidFill>
                  <a:srgbClr val="000000"/>
                </a:solidFill>
                <a:latin typeface="Arial"/>
              </a:rPr>
              <a:t>Global mean pooling</a:t>
            </a:r>
          </a:p>
        </p:txBody>
      </p:sp>
      <p:sp>
        <p:nvSpPr>
          <p:cNvPr id="2008" name="V13r2_se_reduce"/>
          <p:cNvSpPr/>
          <p:nvPr/>
        </p:nvSpPr>
        <p:spPr>
          <a:xfrm>
            <a:off x="4394200" y="5778500"/>
            <a:ext cx="1879600" cy="317500"/>
          </a:xfrm>
          <a:prstGeom prst="roundRect">
            <a:avLst>
              <a:gd name="adj" fmla="val 12000"/>
            </a:avLst>
          </a:prstGeom>
          <a:solidFill>
            <a:srgbClr val="F9D2CC"/>
          </a:solidFill>
          <a:ln w="13335" cap="flat" cmpd="sng">
            <a:solidFill>
              <a:srgbClr val="65747F"/>
            </a:solidFill>
            <a:round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300" b="1">
                <a:solidFill>
                  <a:srgbClr val="000000"/>
                </a:solidFill>
                <a:latin typeface="Arial"/>
              </a:rPr>
              <a:t>1×1  96→24  · ReLU</a:t>
            </a:r>
          </a:p>
        </p:txBody>
      </p:sp>
      <p:sp>
        <p:nvSpPr>
          <p:cNvPr id="2009" name="V13r2_se_expand"/>
          <p:cNvSpPr/>
          <p:nvPr/>
        </p:nvSpPr>
        <p:spPr>
          <a:xfrm>
            <a:off x="4394200" y="6286500"/>
            <a:ext cx="1879600" cy="317500"/>
          </a:xfrm>
          <a:prstGeom prst="roundRect">
            <a:avLst>
              <a:gd name="adj" fmla="val 12000"/>
            </a:avLst>
          </a:prstGeom>
          <a:solidFill>
            <a:srgbClr val="F6BBB2"/>
          </a:solidFill>
          <a:ln w="13335" cap="flat" cmpd="sng">
            <a:solidFill>
              <a:srgbClr val="65747F"/>
            </a:solidFill>
            <a:round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300" b="1">
                <a:solidFill>
                  <a:srgbClr val="000000"/>
                </a:solidFill>
                <a:latin typeface="Arial"/>
              </a:rPr>
              <a:t>1×1  24→96 · Sigmoid</a:t>
            </a:r>
          </a:p>
        </p:txBody>
      </p:sp>
      <p:cxnSp>
        <p:nvCxnSpPr>
          <p:cNvPr id="2010" name="V13r2_se_pool_reduce"/>
          <p:cNvCxnSpPr/>
          <p:nvPr/>
        </p:nvCxnSpPr>
        <p:spPr>
          <a:xfrm>
            <a:off x="5334000" y="5588000"/>
            <a:ext cx="0" cy="19050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2011" name="V13r2_se_reduce_expand"/>
          <p:cNvCxnSpPr/>
          <p:nvPr/>
        </p:nvCxnSpPr>
        <p:spPr>
          <a:xfrm>
            <a:off x="5334000" y="6096000"/>
            <a:ext cx="0" cy="19050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2012" name="V13r2_concat_gate0"/>
          <p:cNvCxnSpPr/>
          <p:nvPr/>
        </p:nvCxnSpPr>
        <p:spPr>
          <a:xfrm>
            <a:off x="3978021" y="6350000"/>
            <a:ext cx="174879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cxnSp>
        <p:nvCxnSpPr>
          <p:cNvPr id="2013" name="V13r2_concat_gate1"/>
          <p:cNvCxnSpPr/>
          <p:nvPr/>
        </p:nvCxnSpPr>
        <p:spPr>
          <a:xfrm flipV="1">
            <a:off x="4152900" y="5429250"/>
            <a:ext cx="0" cy="92075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cxnSp>
        <p:nvCxnSpPr>
          <p:cNvPr id="2014" name="V13r2_concat_gate2"/>
          <p:cNvCxnSpPr/>
          <p:nvPr/>
        </p:nvCxnSpPr>
        <p:spPr>
          <a:xfrm>
            <a:off x="4152900" y="5429250"/>
            <a:ext cx="24130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sp>
        <p:nvSpPr>
          <p:cNvPr id="2020" name="V13r2_feature_multiply"/>
          <p:cNvSpPr/>
          <p:nvPr/>
        </p:nvSpPr>
        <p:spPr>
          <a:xfrm>
            <a:off x="5207000" y="6985000"/>
            <a:ext cx="254000" cy="254000"/>
          </a:xfrm>
          <a:prstGeom prst="ellipse">
            <a:avLst/>
          </a:prstGeom>
          <a:solidFill>
            <a:srgbClr val="FFFFFF"/>
          </a:solidFill>
          <a:ln w="13335" cap="flat" cmpd="sng">
            <a:solidFill>
              <a:srgbClr val="65747F"/>
            </a:solidFill>
            <a:round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700" b="0">
                <a:solidFill>
                  <a:srgbClr val="000000"/>
                </a:solidFill>
                <a:latin typeface="Arial"/>
              </a:rPr>
              <a:t>×</a:t>
            </a:r>
          </a:p>
        </p:txBody>
      </p:sp>
      <p:sp>
        <p:nvSpPr>
          <p:cNvPr id="2021" name="V13r2_single_fusion"/>
          <p:cNvSpPr/>
          <p:nvPr/>
        </p:nvSpPr>
        <p:spPr>
          <a:xfrm>
            <a:off x="6616700" y="5372100"/>
            <a:ext cx="342900" cy="1955800"/>
          </a:xfrm>
          <a:prstGeom prst="roundRect">
            <a:avLst>
              <a:gd name="adj" fmla="val 12000"/>
            </a:avLst>
          </a:prstGeom>
          <a:solidFill>
            <a:srgbClr val="C4CCDB"/>
          </a:solidFill>
          <a:ln w="13335" cap="flat" cmpd="sng">
            <a:solidFill>
              <a:srgbClr val="65747F"/>
            </a:solidFill>
            <a:round/>
          </a:ln>
        </p:spPr>
      </p:sp>
      <p:sp>
        <p:nvSpPr>
          <p:cNvPr id="2022" name="V13r2_single_fusion_label"/>
          <p:cNvSpPr/>
          <p:nvPr/>
        </p:nvSpPr>
        <p:spPr>
          <a:xfrm rot="16200000">
            <a:off x="5848350" y="6203950"/>
            <a:ext cx="1879600" cy="292100"/>
          </a:xfrm>
          <a:prstGeom prst="rect">
            <a:avLst/>
          </a:prstGeom>
          <a:noFill/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300" b="1">
                <a:solidFill>
                  <a:srgbClr val="000000"/>
                </a:solidFill>
                <a:latin typeface="Arial"/>
              </a:rPr>
              <a:t>1×1 fusion · 96→96</a:t>
            </a:r>
          </a:p>
        </p:txBody>
      </p:sp>
      <p:cxnSp>
        <p:nvCxnSpPr>
          <p:cNvPr id="2024" name="V13r2_fusion_to_add"/>
          <p:cNvCxnSpPr/>
          <p:nvPr/>
        </p:nvCxnSpPr>
        <p:spPr>
          <a:xfrm>
            <a:off x="6959600" y="6350000"/>
            <a:ext cx="3810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sp>
        <p:nvSpPr>
          <p:cNvPr id="2025" name="V13r2_motif_residual_add"/>
          <p:cNvSpPr/>
          <p:nvPr/>
        </p:nvSpPr>
        <p:spPr>
          <a:xfrm>
            <a:off x="6997700" y="6235700"/>
            <a:ext cx="228600" cy="228600"/>
          </a:xfrm>
          <a:prstGeom prst="ellipse">
            <a:avLst/>
          </a:prstGeom>
          <a:solidFill>
            <a:srgbClr val="FFFFFF"/>
          </a:solidFill>
          <a:ln w="13335" cap="flat" cmpd="sng">
            <a:solidFill>
              <a:srgbClr val="65747F"/>
            </a:solidFill>
            <a:round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600" b="0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cxnSp>
        <p:nvCxnSpPr>
          <p:cNvPr id="2026" name="V13r2_motif_shortcut_left0"/>
          <p:cNvCxnSpPr/>
          <p:nvPr/>
        </p:nvCxnSpPr>
        <p:spPr>
          <a:xfrm>
            <a:off x="1066292" y="6797675"/>
            <a:ext cx="0" cy="758825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cxnSp>
        <p:nvCxnSpPr>
          <p:cNvPr id="2027" name="V13r2_motif_shortcut_left1"/>
          <p:cNvCxnSpPr/>
          <p:nvPr/>
        </p:nvCxnSpPr>
        <p:spPr>
          <a:xfrm>
            <a:off x="1066292" y="7556500"/>
            <a:ext cx="1981708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sp>
        <p:nvSpPr>
          <p:cNvPr id="2028" name="V13r2_motif_shortcut_projection"/>
          <p:cNvSpPr/>
          <p:nvPr/>
        </p:nvSpPr>
        <p:spPr>
          <a:xfrm>
            <a:off x="3048000" y="7416800"/>
            <a:ext cx="2260600" cy="292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335" cap="flat" cmpd="sng">
            <a:solidFill>
              <a:srgbClr val="65747F"/>
            </a:solidFill>
            <a:round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300" b="1">
                <a:solidFill>
                  <a:srgbClr val="000000"/>
                </a:solidFill>
                <a:latin typeface="Arial"/>
              </a:rPr>
              <a:t>1×1 projection · 5→96</a:t>
            </a:r>
          </a:p>
        </p:txBody>
      </p:sp>
      <p:cxnSp>
        <p:nvCxnSpPr>
          <p:cNvPr id="2029" name="V13r2_motif_shortcut_right0"/>
          <p:cNvCxnSpPr/>
          <p:nvPr/>
        </p:nvCxnSpPr>
        <p:spPr>
          <a:xfrm>
            <a:off x="5308600" y="7556500"/>
            <a:ext cx="180340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cxnSp>
        <p:nvCxnSpPr>
          <p:cNvPr id="2030" name="V13r2_motif_shortcut_right1"/>
          <p:cNvCxnSpPr/>
          <p:nvPr/>
        </p:nvCxnSpPr>
        <p:spPr>
          <a:xfrm flipV="1">
            <a:off x="7112000" y="6464300"/>
            <a:ext cx="0" cy="109220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2031" name="V13r2_motif_to_context"/>
          <p:cNvCxnSpPr/>
          <p:nvPr/>
        </p:nvCxnSpPr>
        <p:spPr>
          <a:xfrm>
            <a:off x="7226300" y="6350000"/>
            <a:ext cx="41910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2032" name="V13r2_context_main_input0"/>
          <p:cNvCxnSpPr/>
          <p:nvPr/>
        </p:nvCxnSpPr>
        <p:spPr>
          <a:xfrm>
            <a:off x="7937500" y="6350000"/>
            <a:ext cx="11430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cxnSp>
        <p:nvCxnSpPr>
          <p:cNvPr id="2033" name="V13r2_context_main_input1"/>
          <p:cNvCxnSpPr/>
          <p:nvPr/>
        </p:nvCxnSpPr>
        <p:spPr>
          <a:xfrm>
            <a:off x="8051800" y="5270500"/>
            <a:ext cx="0" cy="142240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cxnSp>
        <p:nvCxnSpPr>
          <p:cNvPr id="2034" name="V13r2_context_main_input2"/>
          <p:cNvCxnSpPr/>
          <p:nvPr/>
        </p:nvCxnSpPr>
        <p:spPr>
          <a:xfrm>
            <a:off x="8051800" y="5270500"/>
            <a:ext cx="405003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sp>
        <p:nvSpPr>
          <p:cNvPr id="2043" name="V13r2_context_residual_projection"/>
          <p:cNvSpPr/>
          <p:nvPr/>
        </p:nvSpPr>
        <p:spPr>
          <a:xfrm>
            <a:off x="8242300" y="6515100"/>
            <a:ext cx="660400" cy="355600"/>
          </a:xfrm>
          <a:prstGeom prst="roundRect">
            <a:avLst>
              <a:gd name="adj" fmla="val 12000"/>
            </a:avLst>
          </a:prstGeom>
          <a:solidFill>
            <a:srgbClr val="E6E9F0"/>
          </a:solidFill>
          <a:ln w="13335" cap="flat" cmpd="sng">
            <a:solidFill>
              <a:srgbClr val="65747F"/>
            </a:solidFill>
            <a:round/>
          </a:ln>
        </p:spPr>
        <p:txBody>
          <a:bodyPr wrap="none" anchor="ctr" lIns="25400" rIns="25400" tIns="12700" bIns="12700">
            <a:noAutofit/>
          </a:bodyPr>
          <a:lstStyle/>
          <a:p>
            <a:pPr algn="ctr">
              <a:lnSpc>
                <a:spcPts val="120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</a:rPr>
              <a:t>1×1</a:t>
            </a:r>
          </a:p>
          <a:p>
            <a:pPr algn="ctr">
              <a:lnSpc>
                <a:spcPts val="1200"/>
              </a:lnSpc>
            </a:pPr>
            <a:r>
              <a:rPr lang="en-US" sz="1100" b="0">
                <a:solidFill>
                  <a:srgbClr val="000000"/>
                </a:solidFill>
                <a:latin typeface="Arial"/>
              </a:rPr>
              <a:t>96→128</a:t>
            </a:r>
          </a:p>
        </p:txBody>
      </p:sp>
      <p:sp>
        <p:nvSpPr>
          <p:cNvPr id="2045" name="V13r2_context_residual_add"/>
          <p:cNvSpPr/>
          <p:nvPr/>
        </p:nvSpPr>
        <p:spPr>
          <a:xfrm>
            <a:off x="9047607" y="6578600"/>
            <a:ext cx="228600" cy="228600"/>
          </a:xfrm>
          <a:prstGeom prst="ellipse">
            <a:avLst/>
          </a:prstGeom>
          <a:solidFill>
            <a:srgbClr val="FFFFFF"/>
          </a:solidFill>
          <a:ln w="13335" cap="flat" cmpd="sng">
            <a:solidFill>
              <a:srgbClr val="65747F"/>
            </a:solidFill>
            <a:round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600" b="0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cxnSp>
        <p:nvCxnSpPr>
          <p:cNvPr id="2049" name="V13r2_context_output0"/>
          <p:cNvCxnSpPr/>
          <p:nvPr/>
        </p:nvCxnSpPr>
        <p:spPr>
          <a:xfrm>
            <a:off x="9867011" y="7404100"/>
            <a:ext cx="369189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cxnSp>
        <p:nvCxnSpPr>
          <p:cNvPr id="2050" name="V13r2_context_output1"/>
          <p:cNvCxnSpPr/>
          <p:nvPr/>
        </p:nvCxnSpPr>
        <p:spPr>
          <a:xfrm flipV="1">
            <a:off x="10236200" y="6362700"/>
            <a:ext cx="0" cy="104140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cxnSp>
        <p:nvCxnSpPr>
          <p:cNvPr id="2051" name="V13r2_context_output2"/>
          <p:cNvCxnSpPr/>
          <p:nvPr/>
        </p:nvCxnSpPr>
        <p:spPr>
          <a:xfrm>
            <a:off x="10236200" y="6362700"/>
            <a:ext cx="19177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sp>
        <p:nvSpPr>
          <p:cNvPr id="2052" name="V13r2_profile_conv_0"/>
          <p:cNvSpPr/>
          <p:nvPr/>
        </p:nvSpPr>
        <p:spPr>
          <a:xfrm>
            <a:off x="11557000" y="5194300"/>
            <a:ext cx="279400" cy="838200"/>
          </a:xfrm>
          <a:prstGeom prst="roundRect">
            <a:avLst>
              <a:gd name="adj" fmla="val 12000"/>
            </a:avLst>
          </a:prstGeom>
          <a:solidFill>
            <a:srgbClr val="E6E9F0"/>
          </a:solidFill>
          <a:ln w="13335" cap="flat" cmpd="sng">
            <a:solidFill>
              <a:srgbClr val="65747F"/>
            </a:solidFill>
            <a:round/>
          </a:ln>
        </p:spPr>
      </p:sp>
      <p:sp>
        <p:nvSpPr>
          <p:cNvPr id="2053" name="V13r2_profile_dims_0"/>
          <p:cNvSpPr/>
          <p:nvPr/>
        </p:nvSpPr>
        <p:spPr>
          <a:xfrm rot="16200000">
            <a:off x="11303000" y="5473700"/>
            <a:ext cx="787400" cy="279400"/>
          </a:xfrm>
          <a:prstGeom prst="rect">
            <a:avLst/>
          </a:prstGeom>
          <a:noFill/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300" b="1">
                <a:solidFill>
                  <a:srgbClr val="000000"/>
                </a:solidFill>
                <a:latin typeface="Arial"/>
              </a:rPr>
              <a:t>128→64</a:t>
            </a:r>
          </a:p>
        </p:txBody>
      </p:sp>
      <p:sp>
        <p:nvSpPr>
          <p:cNvPr id="2054" name="V13r2_profile_conv_1"/>
          <p:cNvSpPr/>
          <p:nvPr/>
        </p:nvSpPr>
        <p:spPr>
          <a:xfrm>
            <a:off x="11988800" y="5194300"/>
            <a:ext cx="279400" cy="838200"/>
          </a:xfrm>
          <a:prstGeom prst="roundRect">
            <a:avLst>
              <a:gd name="adj" fmla="val 12000"/>
            </a:avLst>
          </a:prstGeom>
          <a:solidFill>
            <a:srgbClr val="E6E9F0"/>
          </a:solidFill>
          <a:ln w="13335" cap="flat" cmpd="sng">
            <a:solidFill>
              <a:srgbClr val="65747F"/>
            </a:solidFill>
            <a:round/>
          </a:ln>
        </p:spPr>
      </p:sp>
      <p:sp>
        <p:nvSpPr>
          <p:cNvPr id="2055" name="V13r2_profile_dims_1"/>
          <p:cNvSpPr/>
          <p:nvPr/>
        </p:nvSpPr>
        <p:spPr>
          <a:xfrm rot="16200000">
            <a:off x="11734800" y="5473700"/>
            <a:ext cx="787400" cy="279400"/>
          </a:xfrm>
          <a:prstGeom prst="rect">
            <a:avLst/>
          </a:prstGeom>
          <a:noFill/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300" b="1">
                <a:solidFill>
                  <a:srgbClr val="000000"/>
                </a:solidFill>
                <a:latin typeface="Arial"/>
              </a:rPr>
              <a:t>64→32</a:t>
            </a:r>
          </a:p>
        </p:txBody>
      </p:sp>
      <p:sp>
        <p:nvSpPr>
          <p:cNvPr id="2056" name="V13r2_profile_conv_2"/>
          <p:cNvSpPr/>
          <p:nvPr/>
        </p:nvSpPr>
        <p:spPr>
          <a:xfrm>
            <a:off x="12420600" y="5194300"/>
            <a:ext cx="279400" cy="838200"/>
          </a:xfrm>
          <a:prstGeom prst="roundRect">
            <a:avLst>
              <a:gd name="adj" fmla="val 12000"/>
            </a:avLst>
          </a:prstGeom>
          <a:solidFill>
            <a:srgbClr val="E6E9F0"/>
          </a:solidFill>
          <a:ln w="13335" cap="flat" cmpd="sng">
            <a:solidFill>
              <a:srgbClr val="65747F"/>
            </a:solidFill>
            <a:round/>
          </a:ln>
        </p:spPr>
      </p:sp>
      <p:sp>
        <p:nvSpPr>
          <p:cNvPr id="2057" name="V13r2_profile_dims_2"/>
          <p:cNvSpPr/>
          <p:nvPr/>
        </p:nvSpPr>
        <p:spPr>
          <a:xfrm rot="16200000">
            <a:off x="12166600" y="5473700"/>
            <a:ext cx="787400" cy="279400"/>
          </a:xfrm>
          <a:prstGeom prst="rect">
            <a:avLst/>
          </a:prstGeom>
          <a:noFill/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300" b="1">
                <a:solidFill>
                  <a:srgbClr val="000000"/>
                </a:solidFill>
                <a:latin typeface="Arial"/>
              </a:rPr>
              <a:t>32→1</a:t>
            </a:r>
          </a:p>
        </p:txBody>
      </p:sp>
      <p:cxnSp>
        <p:nvCxnSpPr>
          <p:cNvPr id="2058" name="V13r2_profile_features_to_hidden"/>
          <p:cNvCxnSpPr/>
          <p:nvPr/>
        </p:nvCxnSpPr>
        <p:spPr>
          <a:xfrm>
            <a:off x="11328400" y="5600700"/>
            <a:ext cx="22860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2059" name="V13r2_profile_hidden1_hidden2"/>
          <p:cNvCxnSpPr/>
          <p:nvPr/>
        </p:nvCxnSpPr>
        <p:spPr>
          <a:xfrm>
            <a:off x="11836400" y="5600700"/>
            <a:ext cx="15240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2060" name="V13r2_profile_hidden2_output"/>
          <p:cNvCxnSpPr/>
          <p:nvPr/>
        </p:nvCxnSpPr>
        <p:spPr>
          <a:xfrm>
            <a:off x="12268200" y="5600700"/>
            <a:ext cx="15240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2061" name="V13r2_profile_output_logits"/>
          <p:cNvCxnSpPr/>
          <p:nvPr/>
        </p:nvCxnSpPr>
        <p:spPr>
          <a:xfrm>
            <a:off x="12700000" y="5600700"/>
            <a:ext cx="16510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sp>
        <p:nvSpPr>
          <p:cNvPr id="2062" name="V13r2_rna_5prime"/>
          <p:cNvSpPr/>
          <p:nvPr/>
        </p:nvSpPr>
        <p:spPr>
          <a:xfrm>
            <a:off x="457200" y="1600200"/>
            <a:ext cx="228600" cy="279400"/>
          </a:xfrm>
          <a:prstGeom prst="rect">
            <a:avLst/>
          </a:prstGeom>
          <a:noFill/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Arial"/>
              </a:rPr>
              <a:t>5′</a:t>
            </a:r>
          </a:p>
        </p:txBody>
      </p:sp>
      <p:sp>
        <p:nvSpPr>
          <p:cNvPr id="2063" name="V13r2_rna_base_0"/>
          <p:cNvSpPr/>
          <p:nvPr/>
        </p:nvSpPr>
        <p:spPr>
          <a:xfrm>
            <a:off x="698500" y="1600200"/>
            <a:ext cx="139700" cy="279400"/>
          </a:xfrm>
          <a:prstGeom prst="rect">
            <a:avLst/>
          </a:prstGeom>
          <a:solidFill>
            <a:srgbClr val="C4E9E3"/>
          </a:solidFill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2064" name="V13r2_rna_base_1"/>
          <p:cNvSpPr/>
          <p:nvPr/>
        </p:nvSpPr>
        <p:spPr>
          <a:xfrm>
            <a:off x="850900" y="1600200"/>
            <a:ext cx="139700" cy="279400"/>
          </a:xfrm>
          <a:prstGeom prst="rect">
            <a:avLst/>
          </a:prstGeom>
          <a:solidFill>
            <a:srgbClr val="C4E9E3"/>
          </a:solidFill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2065" name="V13r2_rna_base_2"/>
          <p:cNvSpPr/>
          <p:nvPr/>
        </p:nvSpPr>
        <p:spPr>
          <a:xfrm>
            <a:off x="1003300" y="1600200"/>
            <a:ext cx="139700" cy="279400"/>
          </a:xfrm>
          <a:prstGeom prst="rect">
            <a:avLst/>
          </a:prstGeom>
          <a:solidFill>
            <a:srgbClr val="D0D6E2"/>
          </a:solidFill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2066" name="V13r2_rna_base_3"/>
          <p:cNvSpPr/>
          <p:nvPr/>
        </p:nvSpPr>
        <p:spPr>
          <a:xfrm>
            <a:off x="1155700" y="1600200"/>
            <a:ext cx="139700" cy="279400"/>
          </a:xfrm>
          <a:prstGeom prst="rect">
            <a:avLst/>
          </a:prstGeom>
          <a:solidFill>
            <a:srgbClr val="DDD6CF"/>
          </a:solidFill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Arial"/>
              </a:rPr>
              <a:t>G</a:t>
            </a:r>
          </a:p>
        </p:txBody>
      </p:sp>
      <p:sp>
        <p:nvSpPr>
          <p:cNvPr id="2067" name="V13r2_rna_base_4"/>
          <p:cNvSpPr/>
          <p:nvPr/>
        </p:nvSpPr>
        <p:spPr>
          <a:xfrm>
            <a:off x="1308100" y="1600200"/>
            <a:ext cx="139700" cy="279400"/>
          </a:xfrm>
          <a:prstGeom prst="rect">
            <a:avLst/>
          </a:prstGeom>
          <a:solidFill>
            <a:srgbClr val="F6BBB2"/>
          </a:solidFill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Arial"/>
              </a:rPr>
              <a:t>T</a:t>
            </a:r>
          </a:p>
        </p:txBody>
      </p:sp>
      <p:sp>
        <p:nvSpPr>
          <p:cNvPr id="2068" name="V13r2_rna_base_5"/>
          <p:cNvSpPr/>
          <p:nvPr/>
        </p:nvSpPr>
        <p:spPr>
          <a:xfrm>
            <a:off x="1460500" y="1600200"/>
            <a:ext cx="139700" cy="279400"/>
          </a:xfrm>
          <a:prstGeom prst="rect">
            <a:avLst/>
          </a:prstGeom>
          <a:solidFill>
            <a:srgbClr val="C4E9E3"/>
          </a:solidFill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2069" name="V13r2_rna_base_6"/>
          <p:cNvSpPr/>
          <p:nvPr/>
        </p:nvSpPr>
        <p:spPr>
          <a:xfrm>
            <a:off x="1612900" y="1600200"/>
            <a:ext cx="139700" cy="279400"/>
          </a:xfrm>
          <a:prstGeom prst="rect">
            <a:avLst/>
          </a:prstGeom>
          <a:solidFill>
            <a:srgbClr val="C4E9E3"/>
          </a:solidFill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2070" name="V13r2_rna_base_7"/>
          <p:cNvSpPr/>
          <p:nvPr/>
        </p:nvSpPr>
        <p:spPr>
          <a:xfrm>
            <a:off x="1765300" y="1600200"/>
            <a:ext cx="139700" cy="279400"/>
          </a:xfrm>
          <a:prstGeom prst="rect">
            <a:avLst/>
          </a:prstGeom>
          <a:solidFill>
            <a:srgbClr val="D0D6E2"/>
          </a:solidFill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2071" name="V13r2_rna_base_8"/>
          <p:cNvSpPr/>
          <p:nvPr/>
        </p:nvSpPr>
        <p:spPr>
          <a:xfrm>
            <a:off x="1917700" y="1600200"/>
            <a:ext cx="139700" cy="279400"/>
          </a:xfrm>
          <a:prstGeom prst="rect">
            <a:avLst/>
          </a:prstGeom>
          <a:solidFill>
            <a:srgbClr val="F6BBB2"/>
          </a:solidFill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Arial"/>
              </a:rPr>
              <a:t>T</a:t>
            </a:r>
          </a:p>
        </p:txBody>
      </p:sp>
      <p:sp>
        <p:nvSpPr>
          <p:cNvPr id="2072" name="V13r2_rna_3prime"/>
          <p:cNvSpPr/>
          <p:nvPr/>
        </p:nvSpPr>
        <p:spPr>
          <a:xfrm>
            <a:off x="2070100" y="1600200"/>
            <a:ext cx="228600" cy="279400"/>
          </a:xfrm>
          <a:prstGeom prst="rect">
            <a:avLst/>
          </a:prstGeom>
          <a:noFill/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Arial"/>
              </a:rPr>
              <a:t>3′</a:t>
            </a:r>
          </a:p>
        </p:txBody>
      </p:sp>
      <p:sp>
        <p:nvSpPr>
          <p:cNvPr id="2073" name="V13r2_rna_length"/>
          <p:cNvSpPr/>
          <p:nvPr/>
        </p:nvSpPr>
        <p:spPr>
          <a:xfrm>
            <a:off x="800100" y="2044700"/>
            <a:ext cx="1320800" cy="266700"/>
          </a:xfrm>
          <a:prstGeom prst="rect">
            <a:avLst/>
          </a:prstGeom>
          <a:noFill/>
          <a:ln w="15240">
            <a:noFill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400" b="0">
                <a:solidFill>
                  <a:srgbClr val="000000"/>
                </a:solidFill>
                <a:latin typeface="Arial"/>
              </a:rPr>
              <a:t>101 nt</a:t>
            </a:r>
          </a:p>
        </p:txBody>
      </p:sp>
      <p:sp>
        <p:nvSpPr>
          <p:cNvPr id="3011" name="GRU_clean_concatenation"/>
          <p:cNvSpPr/>
          <p:nvPr/>
        </p:nvSpPr>
        <p:spPr>
          <a:xfrm>
            <a:off x="8456803" y="6197600"/>
            <a:ext cx="1410208" cy="254000"/>
          </a:xfrm>
          <a:prstGeom prst="roundRect">
            <a:avLst>
              <a:gd name="adj" fmla="val 12000"/>
            </a:avLst>
          </a:prstGeom>
          <a:solidFill>
            <a:srgbClr val="C4CCDB"/>
          </a:solidFill>
          <a:ln w="13335" cap="flat" cmpd="sng">
            <a:solidFill>
              <a:srgbClr val="65747F"/>
            </a:solidFill>
            <a:round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250" b="1">
                <a:latin typeface="Arial"/>
              </a:rPr>
              <a:t>Concat · 128</a:t>
            </a:r>
          </a:p>
        </p:txBody>
      </p:sp>
      <p:cxnSp>
        <p:nvCxnSpPr>
          <p:cNvPr id="3012" name="GRU_clean_concat_to_residual_add"/>
          <p:cNvCxnSpPr/>
          <p:nvPr/>
        </p:nvCxnSpPr>
        <p:spPr>
          <a:xfrm>
            <a:off x="9161907" y="6451600"/>
            <a:ext cx="0" cy="12700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3015" name="GRU_clean_residual_branch2"/>
          <p:cNvCxnSpPr/>
          <p:nvPr/>
        </p:nvCxnSpPr>
        <p:spPr>
          <a:xfrm>
            <a:off x="8051800" y="6692900"/>
            <a:ext cx="19050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3016" name="GRU_clean_projected_residual_to_add"/>
          <p:cNvCxnSpPr/>
          <p:nvPr/>
        </p:nvCxnSpPr>
        <p:spPr>
          <a:xfrm>
            <a:off x="8902700" y="6692900"/>
            <a:ext cx="144907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3017" name="GRU_clean_add_to_layernorm"/>
          <p:cNvCxnSpPr/>
          <p:nvPr/>
        </p:nvCxnSpPr>
        <p:spPr>
          <a:xfrm>
            <a:off x="9161907" y="6807200"/>
            <a:ext cx="0" cy="11430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3018" name="GRU_clean_SE_unpooled_features0"/>
          <p:cNvCxnSpPr/>
          <p:nvPr/>
        </p:nvCxnSpPr>
        <p:spPr>
          <a:xfrm>
            <a:off x="4152900" y="6350000"/>
            <a:ext cx="0" cy="76200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cxnSp>
        <p:nvCxnSpPr>
          <p:cNvPr id="3019" name="GRU_clean_SE_unpooled_features1"/>
          <p:cNvCxnSpPr/>
          <p:nvPr/>
        </p:nvCxnSpPr>
        <p:spPr>
          <a:xfrm>
            <a:off x="4152900" y="7112000"/>
            <a:ext cx="105410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3020" name="GRU_clean_SE_channel_weights"/>
          <p:cNvCxnSpPr/>
          <p:nvPr/>
        </p:nvCxnSpPr>
        <p:spPr>
          <a:xfrm>
            <a:off x="5334000" y="6604000"/>
            <a:ext cx="0" cy="38100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3021" name="GRU_clean_SE_gated_features_to_fusion"/>
          <p:cNvCxnSpPr/>
          <p:nvPr/>
        </p:nvCxnSpPr>
        <p:spPr>
          <a:xfrm>
            <a:off x="5461000" y="7112000"/>
            <a:ext cx="115570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4000" name="Unified_magnification_left_return"/>
          <p:cNvCxnSpPr>
            <a:cxnSpLocks/>
          </p:cNvCxnSpPr>
          <p:nvPr/>
        </p:nvCxnSpPr>
        <p:spPr>
          <a:xfrm flipH="1">
            <a:off x="492079" y="4146504"/>
            <a:ext cx="4677664" cy="92202"/>
          </a:xfrm>
          <a:prstGeom prst="line">
            <a:avLst/>
          </a:prstGeom>
          <a:ln w="13335" cap="flat" cmpd="sng">
            <a:solidFill>
              <a:srgbClr val="85919A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E072512A-CFE5-9ABB-9A78-2B594DB36306}"/>
              </a:ext>
            </a:extLst>
          </p:cNvPr>
          <p:cNvCxnSpPr>
            <a:cxnSpLocks/>
          </p:cNvCxnSpPr>
          <p:nvPr/>
        </p:nvCxnSpPr>
        <p:spPr>
          <a:xfrm>
            <a:off x="8802452" y="5671063"/>
            <a:ext cx="411098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4F2219B6-7D7E-D3EC-E268-9D9C32D842B9}"/>
              </a:ext>
            </a:extLst>
          </p:cNvPr>
          <p:cNvCxnSpPr>
            <a:cxnSpLocks/>
          </p:cNvCxnSpPr>
          <p:nvPr/>
        </p:nvCxnSpPr>
        <p:spPr>
          <a:xfrm>
            <a:off x="9439919" y="5671063"/>
            <a:ext cx="420996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C5B71A8B-7943-560A-FD5F-5320FAC5071D}"/>
              </a:ext>
            </a:extLst>
          </p:cNvPr>
          <p:cNvCxnSpPr>
            <a:cxnSpLocks/>
          </p:cNvCxnSpPr>
          <p:nvPr/>
        </p:nvCxnSpPr>
        <p:spPr>
          <a:xfrm>
            <a:off x="8356600" y="5671063"/>
            <a:ext cx="219483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A879FD54-377C-F064-F922-25E789D5B4A2}"/>
              </a:ext>
            </a:extLst>
          </p:cNvPr>
          <p:cNvCxnSpPr>
            <a:cxnSpLocks/>
          </p:cNvCxnSpPr>
          <p:nvPr/>
        </p:nvCxnSpPr>
        <p:spPr>
          <a:xfrm flipH="1">
            <a:off x="9651001" y="5960784"/>
            <a:ext cx="209914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13F84232-A2E0-506D-FDFE-964CB6DF5621}"/>
              </a:ext>
            </a:extLst>
          </p:cNvPr>
          <p:cNvCxnSpPr>
            <a:cxnSpLocks/>
          </p:cNvCxnSpPr>
          <p:nvPr/>
        </p:nvCxnSpPr>
        <p:spPr>
          <a:xfrm flipH="1">
            <a:off x="8997988" y="5960784"/>
            <a:ext cx="426645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762C8EB1-127E-0A8B-854B-59236E1E0ACE}"/>
              </a:ext>
            </a:extLst>
          </p:cNvPr>
          <p:cNvCxnSpPr>
            <a:cxnSpLocks/>
          </p:cNvCxnSpPr>
          <p:nvPr/>
        </p:nvCxnSpPr>
        <p:spPr>
          <a:xfrm flipH="1">
            <a:off x="8356600" y="5960784"/>
            <a:ext cx="41502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7F87445B-EDE1-35DA-254B-A0933632605D}"/>
              </a:ext>
            </a:extLst>
          </p:cNvPr>
          <p:cNvCxnSpPr>
            <a:cxnSpLocks/>
          </p:cNvCxnSpPr>
          <p:nvPr/>
        </p:nvCxnSpPr>
        <p:spPr>
          <a:xfrm>
            <a:off x="8689268" y="5397500"/>
            <a:ext cx="0" cy="159750"/>
          </a:xfrm>
          <a:prstGeom prst="straightConnector1">
            <a:avLst/>
          </a:prstGeom>
          <a:ln w="18415" cap="flat" cmpd="sng">
            <a:solidFill>
              <a:srgbClr val="39434B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AF9A45CF-8BE5-143F-4D77-073A2EE1A1E8}"/>
              </a:ext>
            </a:extLst>
          </p:cNvPr>
          <p:cNvCxnSpPr>
            <a:cxnSpLocks/>
          </p:cNvCxnSpPr>
          <p:nvPr/>
        </p:nvCxnSpPr>
        <p:spPr>
          <a:xfrm>
            <a:off x="9326734" y="5397500"/>
            <a:ext cx="0" cy="159750"/>
          </a:xfrm>
          <a:prstGeom prst="straightConnector1">
            <a:avLst/>
          </a:prstGeom>
          <a:ln w="18415" cap="flat" cmpd="sng">
            <a:solidFill>
              <a:srgbClr val="39434B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3" name="弧形 182">
            <a:extLst>
              <a:ext uri="{FF2B5EF4-FFF2-40B4-BE49-F238E27FC236}">
                <a16:creationId xmlns:a16="http://schemas.microsoft.com/office/drawing/2014/main" id="{A13B2FC7-F321-219F-4509-332ED71C3609}"/>
              </a:ext>
            </a:extLst>
          </p:cNvPr>
          <p:cNvSpPr/>
          <p:nvPr/>
        </p:nvSpPr>
        <p:spPr>
          <a:xfrm>
            <a:off x="8772261" y="5477460"/>
            <a:ext cx="155174" cy="407510"/>
          </a:xfrm>
          <a:prstGeom prst="arc">
            <a:avLst>
              <a:gd name="adj1" fmla="val 17182184"/>
              <a:gd name="adj2" fmla="val 4021645"/>
            </a:avLst>
          </a:prstGeom>
          <a:ln w="18415" cap="flat" cmpd="sng">
            <a:solidFill>
              <a:srgbClr val="3943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弧形 183">
            <a:extLst>
              <a:ext uri="{FF2B5EF4-FFF2-40B4-BE49-F238E27FC236}">
                <a16:creationId xmlns:a16="http://schemas.microsoft.com/office/drawing/2014/main" id="{7831DE4E-EDDF-605F-F644-7264AEA7D088}"/>
              </a:ext>
            </a:extLst>
          </p:cNvPr>
          <p:cNvSpPr/>
          <p:nvPr/>
        </p:nvSpPr>
        <p:spPr>
          <a:xfrm>
            <a:off x="9400068" y="5482386"/>
            <a:ext cx="155174" cy="407510"/>
          </a:xfrm>
          <a:prstGeom prst="arc">
            <a:avLst>
              <a:gd name="adj1" fmla="val 17192046"/>
              <a:gd name="adj2" fmla="val 4021645"/>
            </a:avLst>
          </a:prstGeom>
          <a:ln w="18415" cap="flat" cmpd="sng">
            <a:solidFill>
              <a:srgbClr val="3943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弧形 184">
            <a:extLst>
              <a:ext uri="{FF2B5EF4-FFF2-40B4-BE49-F238E27FC236}">
                <a16:creationId xmlns:a16="http://schemas.microsoft.com/office/drawing/2014/main" id="{8068497C-99D5-4760-F8E6-1A762344F4DC}"/>
              </a:ext>
            </a:extLst>
          </p:cNvPr>
          <p:cNvSpPr/>
          <p:nvPr/>
        </p:nvSpPr>
        <p:spPr>
          <a:xfrm rot="10800000">
            <a:off x="9302913" y="5747336"/>
            <a:ext cx="155174" cy="407510"/>
          </a:xfrm>
          <a:prstGeom prst="arc">
            <a:avLst>
              <a:gd name="adj1" fmla="val 17090122"/>
              <a:gd name="adj2" fmla="val 4021645"/>
            </a:avLst>
          </a:prstGeom>
          <a:ln w="18415" cap="flat" cmpd="sng">
            <a:solidFill>
              <a:srgbClr val="3943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弧形 186">
            <a:extLst>
              <a:ext uri="{FF2B5EF4-FFF2-40B4-BE49-F238E27FC236}">
                <a16:creationId xmlns:a16="http://schemas.microsoft.com/office/drawing/2014/main" id="{73CC60F2-9F1B-80EF-34B0-BF64FFE7FEAD}"/>
              </a:ext>
            </a:extLst>
          </p:cNvPr>
          <p:cNvSpPr/>
          <p:nvPr/>
        </p:nvSpPr>
        <p:spPr>
          <a:xfrm rot="10800000">
            <a:off x="8659809" y="5738854"/>
            <a:ext cx="155174" cy="407510"/>
          </a:xfrm>
          <a:prstGeom prst="arc">
            <a:avLst>
              <a:gd name="adj1" fmla="val 17090122"/>
              <a:gd name="adj2" fmla="val 4021645"/>
            </a:avLst>
          </a:prstGeom>
          <a:ln w="18415" cap="flat" cmpd="sng">
            <a:solidFill>
              <a:srgbClr val="3943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00" name="BiGRU_forward_output_right"/>
          <p:cNvCxnSpPr/>
          <p:nvPr/>
        </p:nvCxnSpPr>
        <p:spPr>
          <a:xfrm>
            <a:off x="9860915" y="5671062"/>
            <a:ext cx="172085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cxnSp>
        <p:nvCxnSpPr>
          <p:cNvPr id="4101" name="BiGRU_forward_output_down"/>
          <p:cNvCxnSpPr/>
          <p:nvPr/>
        </p:nvCxnSpPr>
        <p:spPr>
          <a:xfrm>
            <a:off x="10033000" y="5671062"/>
            <a:ext cx="0" cy="653538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cxnSp>
        <p:nvCxnSpPr>
          <p:cNvPr id="4102" name="BiGRU_forward_to_concat_port"/>
          <p:cNvCxnSpPr/>
          <p:nvPr/>
        </p:nvCxnSpPr>
        <p:spPr>
          <a:xfrm flipH="1">
            <a:off x="9867011" y="6324600"/>
            <a:ext cx="165989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4103" name="BiGRU_reverse_output_left"/>
          <p:cNvCxnSpPr/>
          <p:nvPr/>
        </p:nvCxnSpPr>
        <p:spPr>
          <a:xfrm flipH="1">
            <a:off x="8293100" y="5960784"/>
            <a:ext cx="63500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cxnSp>
        <p:nvCxnSpPr>
          <p:cNvPr id="4104" name="BiGRU_reverse_output_down"/>
          <p:cNvCxnSpPr/>
          <p:nvPr/>
        </p:nvCxnSpPr>
        <p:spPr>
          <a:xfrm>
            <a:off x="8293100" y="5960784"/>
            <a:ext cx="0" cy="363816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</a:ln>
        </p:spPr>
      </p:cxnSp>
      <p:cxnSp>
        <p:nvCxnSpPr>
          <p:cNvPr id="4105" name="BiGRU_reverse_to_concat_port"/>
          <p:cNvCxnSpPr/>
          <p:nvPr/>
        </p:nvCxnSpPr>
        <p:spPr>
          <a:xfrm>
            <a:off x="8293100" y="6324600"/>
            <a:ext cx="163703" cy="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cxnSp>
        <p:nvCxnSpPr>
          <p:cNvPr id="2047" name="V13r2_norm_to_dropout"/>
          <p:cNvCxnSpPr/>
          <p:nvPr/>
        </p:nvCxnSpPr>
        <p:spPr>
          <a:xfrm>
            <a:off x="9161907" y="7175500"/>
            <a:ext cx="0" cy="101600"/>
          </a:xfrm>
          <a:prstGeom prst="straightConnector1">
            <a:avLst/>
          </a:prstGeom>
          <a:ln w="18415" cap="flat" cmpd="sng">
            <a:solidFill>
              <a:srgbClr val="39434B"/>
            </a:solidFill>
            <a:round/>
            <a:tailEnd type="triangle" w="med" len="med"/>
          </a:ln>
        </p:spPr>
      </p:cxnSp>
      <p:sp>
        <p:nvSpPr>
          <p:cNvPr id="2048" name="V13r2_context_dropout"/>
          <p:cNvSpPr/>
          <p:nvPr/>
        </p:nvSpPr>
        <p:spPr>
          <a:xfrm>
            <a:off x="8456803" y="7277100"/>
            <a:ext cx="1410208" cy="254000"/>
          </a:xfrm>
          <a:prstGeom prst="roundRect">
            <a:avLst>
              <a:gd name="adj" fmla="val 12000"/>
            </a:avLst>
          </a:prstGeom>
          <a:solidFill>
            <a:srgbClr val="E8EDF0"/>
          </a:solidFill>
          <a:ln w="13335" cap="flat" cmpd="sng">
            <a:solidFill>
              <a:srgbClr val="65747F"/>
            </a:solidFill>
            <a:round/>
          </a:ln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lang="en-US" sz="1300" b="1">
                <a:solidFill>
                  <a:srgbClr val="000000"/>
                </a:solidFill>
                <a:latin typeface="Arial"/>
              </a:rPr>
              <a:t>Dropout</a:t>
            </a:r>
          </a:p>
        </p:txBody>
      </p:sp>
    </p:spTree>
    <p:extLst>
      <p:ext uri="{BB962C8B-B14F-4D97-AF65-F5344CB8AC3E}">
        <p14:creationId xmlns:p14="http://schemas.microsoft.com/office/powerpoint/2010/main" val="831432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1659</TotalTime>
  <Words>284</Words>
  <Application>Microsoft Office PowerPoint</Application>
  <PresentationFormat>自定义</PresentationFormat>
  <Paragraphs>157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微软雅黑</vt:lpstr>
      <vt:lpstr>Arial</vt:lpstr>
      <vt:lpstr>Calibri</vt:lpstr>
      <vt:lpstr>Calibri Light</vt:lpstr>
      <vt:lpstr>Consolas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吴彬</dc:creator>
  <cp:lastModifiedBy>吴彬</cp:lastModifiedBy>
  <cp:revision>54</cp:revision>
  <dcterms:created xsi:type="dcterms:W3CDTF">2026-04-13T10:26:39Z</dcterms:created>
  <dcterms:modified xsi:type="dcterms:W3CDTF">2026-09-20T04:05:40Z</dcterms:modified>
</cp:coreProperties>
</file>